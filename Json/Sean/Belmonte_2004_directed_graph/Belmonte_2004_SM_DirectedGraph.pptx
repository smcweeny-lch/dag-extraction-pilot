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2743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E67DA2-DDBF-4787-904F-4ECB9234D1D4}" v="32" dt="2026-01-29T21:19:36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57" autoAdjust="0"/>
    <p:restoredTop sz="94660"/>
  </p:normalViewPr>
  <p:slideViewPr>
    <p:cSldViewPr snapToGrid="0">
      <p:cViewPr varScale="1">
        <p:scale>
          <a:sx n="37" d="100"/>
          <a:sy n="37" d="100"/>
        </p:scale>
        <p:origin x="1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Weeny, Sean" userId="4ed3292e-1c4d-4d98-829d-0149dfd70015" providerId="ADAL" clId="{CDE67DA2-DDBF-4787-904F-4ECB9234D1D4}"/>
    <pc:docChg chg="undo custSel modSld">
      <pc:chgData name="McWeeny, Sean" userId="4ed3292e-1c4d-4d98-829d-0149dfd70015" providerId="ADAL" clId="{CDE67DA2-DDBF-4787-904F-4ECB9234D1D4}" dt="2026-01-29T21:37:13.992" v="1317" actId="1035"/>
      <pc:docMkLst>
        <pc:docMk/>
      </pc:docMkLst>
      <pc:sldChg chg="addSp delSp modSp mod">
        <pc:chgData name="McWeeny, Sean" userId="4ed3292e-1c4d-4d98-829d-0149dfd70015" providerId="ADAL" clId="{CDE67DA2-DDBF-4787-904F-4ECB9234D1D4}" dt="2026-01-29T21:37:13.992" v="1317" actId="1035"/>
        <pc:sldMkLst>
          <pc:docMk/>
          <pc:sldMk cId="2120060686" sldId="259"/>
        </pc:sldMkLst>
        <pc:spChg chg="add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2" creationId="{F20DD7CC-3EA8-39EC-895F-64AF37A8CBAB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4" creationId="{F1F879C6-9F8A-2A27-EB44-3DAFAF711333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6" creationId="{326776B1-1836-139D-3427-F64BBDB1CF39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7" creationId="{EE1E588B-B21C-01A8-EC4F-281068D1C023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1" creationId="{CB7EF63D-BA62-DA66-382C-126315822633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2" creationId="{0D1B2960-DC31-8103-7683-7670E27231E7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3" creationId="{3D4A854B-CC49-7E7F-63E7-EB503E3B9D00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20" creationId="{164869C7-0424-B009-1245-421D4FA477AA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21" creationId="{594498C4-442E-D379-1989-0E4A31BC2B12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22" creationId="{B2169585-2A0B-4E16-96AF-C22D03899094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23" creationId="{8342B53A-F417-FC29-4FCE-987C1BCB40A3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24" creationId="{1278C6E2-F10B-37CC-436A-D1490D6DEE9B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25" creationId="{56C8FDD1-21E9-E344-65C6-D23905A4F400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27" creationId="{610ED119-8759-41F4-3B11-86C86035A276}"/>
          </ac:spMkLst>
        </pc:spChg>
        <pc:spChg chg="del mod">
          <ac:chgData name="McWeeny, Sean" userId="4ed3292e-1c4d-4d98-829d-0149dfd70015" providerId="ADAL" clId="{CDE67DA2-DDBF-4787-904F-4ECB9234D1D4}" dt="2026-01-28T21:10:02.900" v="928" actId="478"/>
          <ac:spMkLst>
            <pc:docMk/>
            <pc:sldMk cId="2120060686" sldId="259"/>
            <ac:spMk id="32" creationId="{F3316CD6-A8E9-BEB0-0F1E-81F1C83A2EEC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34" creationId="{9685D891-52CC-A18A-54B9-A915212B5F4A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35" creationId="{0E9F0EB1-5BB2-CD0D-362E-CCB521ADF181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36" creationId="{A4DA1510-72BA-68FB-610B-201598E16AC2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37" creationId="{D3ABE21E-1440-BC6D-61AD-0C4592AEB3CB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38" creationId="{7549C6FF-35E4-8D9B-6705-66B484B9D9C1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76" creationId="{B52928B9-910E-CFC2-682F-EE9820B1D1C5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77" creationId="{0F811A5E-FC4D-D9AB-703A-6EAA6FAFE4DC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91" creationId="{1FF399F5-10D9-E54F-B449-4F75E078C05F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98" creationId="{88D7A5BE-0924-93B2-99B1-519D1A4FFA96}"/>
          </ac:spMkLst>
        </pc:spChg>
        <pc:spChg chg="add del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46" creationId="{AB980953-3301-C451-9C6F-51440A5DB91C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47" creationId="{077612FC-8B55-ABC5-0245-47FAC240D958}"/>
          </ac:spMkLst>
        </pc:spChg>
        <pc:spChg chg="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65" creationId="{E91C71DC-9AE1-03BE-43F4-505643F74F40}"/>
          </ac:spMkLst>
        </pc:spChg>
        <pc:spChg chg="add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66" creationId="{5E60921B-956B-B32C-6B9C-05EBB2EA31E9}"/>
          </ac:spMkLst>
        </pc:spChg>
        <pc:spChg chg="add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67" creationId="{46F22A66-6316-5130-E669-00BE6D640908}"/>
          </ac:spMkLst>
        </pc:spChg>
        <pc:spChg chg="add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68" creationId="{D132B0A9-FCE7-2ABF-8159-D7462B5CD4CF}"/>
          </ac:spMkLst>
        </pc:spChg>
        <pc:spChg chg="add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69" creationId="{251093E3-30C8-295C-A51B-6D2CDFCC1F07}"/>
          </ac:spMkLst>
        </pc:spChg>
        <pc:spChg chg="add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70" creationId="{80599BA9-C28E-9DCD-29BC-2FD6F18C862D}"/>
          </ac:spMkLst>
        </pc:spChg>
        <pc:spChg chg="add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74" creationId="{2176EEE0-7E15-CAC3-8E1D-C9379FD7BAB2}"/>
          </ac:spMkLst>
        </pc:spChg>
        <pc:spChg chg="add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87" creationId="{1453F182-292C-E582-C079-AFBD445C16D2}"/>
          </ac:spMkLst>
        </pc:spChg>
        <pc:spChg chg="add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188" creationId="{65A195D6-1EB4-F8D6-666B-1B6232969F69}"/>
          </ac:spMkLst>
        </pc:spChg>
        <pc:spChg chg="add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213" creationId="{36556EDD-AA6E-ADE9-E0FD-5441E04BED38}"/>
          </ac:spMkLst>
        </pc:spChg>
        <pc:spChg chg="add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217" creationId="{3DF934DE-9B76-6459-C6C5-AE5FD945D575}"/>
          </ac:spMkLst>
        </pc:spChg>
        <pc:spChg chg="add mod">
          <ac:chgData name="McWeeny, Sean" userId="4ed3292e-1c4d-4d98-829d-0149dfd70015" providerId="ADAL" clId="{CDE67DA2-DDBF-4787-904F-4ECB9234D1D4}" dt="2026-01-29T21:37:13.992" v="1317" actId="1035"/>
          <ac:spMkLst>
            <pc:docMk/>
            <pc:sldMk cId="2120060686" sldId="259"/>
            <ac:spMk id="227" creationId="{3D425063-24A7-768A-059E-ACEE24A4BB25}"/>
          </ac:spMkLst>
        </pc:sp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5" creationId="{0E489761-92D6-05D4-B017-CE8CCF76D26D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8" creationId="{561CE580-4064-C502-77C7-DB65E4F42E7E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4" creationId="{DDF87A05-7FC9-893C-EC30-BF72B35A417C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7" creationId="{1E4B6131-E51F-3090-EB03-C8AAD4A0D97A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39" creationId="{D209E29A-621E-98BE-6203-AC64FA026B1E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42" creationId="{A540370A-2355-2764-3EC3-D52C82A8ABD9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45" creationId="{B85F0781-FC66-8BE0-C04A-A620C18A2BDE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47" creationId="{A5F05CCE-3301-FDC1-2BB6-4D6E6EB70E49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48" creationId="{D8E39EB9-F52D-9771-B840-E147F84F886D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51" creationId="{C8B8017A-8F9C-FD4D-0B2D-F293669DB2F3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54" creationId="{5D5B0C04-7E72-999C-8800-CD38E03E6340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57" creationId="{624A1F83-D7CB-F19A-D951-54873CAE1677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60" creationId="{0DC5C890-CB55-F6BE-FAF4-A5F5CA17DF8A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63" creationId="{603C3546-C23B-D292-715B-95CB5585C080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67" creationId="{4A6F3A4D-D9D5-C6BB-E5C1-DE29FBFDD5C8}"/>
          </ac:cxnSpMkLst>
        </pc:cxnChg>
        <pc:cxnChg chg="del mod">
          <ac:chgData name="McWeeny, Sean" userId="4ed3292e-1c4d-4d98-829d-0149dfd70015" providerId="ADAL" clId="{CDE67DA2-DDBF-4787-904F-4ECB9234D1D4}" dt="2026-01-29T21:20:17.701" v="1036" actId="478"/>
          <ac:cxnSpMkLst>
            <pc:docMk/>
            <pc:sldMk cId="2120060686" sldId="259"/>
            <ac:cxnSpMk id="70" creationId="{926C14A0-47A1-9A90-04EB-2480D48CBDCB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73" creationId="{C394C084-85BC-7979-8324-F93A36C1956C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81" creationId="{828BD22C-83A9-3D02-84EC-5FC2EDADB5D1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92" creationId="{91FDF204-3DB8-5DA2-B223-D9CD67889AE8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96" creationId="{6D41F3A0-0F77-54F8-D70C-8D2B4594EDBA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04" creationId="{8CB16961-EBDE-AB86-6222-C00BD61B927D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07" creationId="{DA41430E-18AB-4EC3-1CB3-AC5F86BB4451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10" creationId="{6714BE8E-9EB8-0FE9-02D0-DFFBD7C7C02F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13" creationId="{FF17C614-E27A-1B4F-A0FC-010C367E78D3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19" creationId="{963D5909-4242-B5D1-A8D2-30778CD025A7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22" creationId="{5064B524-5EB6-F86E-6949-DBA62B5F818F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43" creationId="{7EDD22AA-AE88-0501-C9EB-70C33BD80897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48" creationId="{4652F545-1996-CCAA-B185-5B961487250B}"/>
          </ac:cxnSpMkLst>
        </pc:cxnChg>
        <pc:cxnChg chg="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61" creationId="{3834E8E3-F8E7-9B8A-8770-B7EBBD035F7D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71" creationId="{0F06CF0A-39E1-3FF5-28FB-CD312B4E12A3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75" creationId="{E1DDDBD3-2B07-8C72-6C69-9F9297260FAE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78" creationId="{A654575A-D7DC-D294-9A67-2AF17FFC9122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81" creationId="{EFFD1146-E86C-B41A-EC21-FEA11EB48375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84" creationId="{9C9EA80E-D6EE-25CA-D98F-B2540EDFD81C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89" creationId="{73C0AF45-2E2D-6734-1D3F-72784709B712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93" creationId="{EF814896-425E-C858-0ABF-0BED22BE044F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96" creationId="{8AF7E639-1461-17E4-6854-EC25E4869ED7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199" creationId="{A7069F7B-BBC2-6FE4-6E9E-DEA08387B17E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202" creationId="{F2B35D94-9442-9351-7F6B-BF5535BDFE59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205" creationId="{6904C477-371F-102B-6F1C-7A3EB37E6A7F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208" creationId="{3F1ECE8A-EE7E-492E-37D2-8FCC0CBF12ED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214" creationId="{99E88E0A-A21A-5444-7900-745B7F9811E3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218" creationId="{062D6A64-A493-677D-E6C5-5E3BE3D86DEF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228" creationId="{006674AF-EED8-4B02-92DB-34CF2217334E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231" creationId="{0F3F55D9-8BDA-CAEE-42F6-F2C40D562C85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235" creationId="{DFEF2E90-53B2-8429-70FF-1C56E937C686}"/>
          </ac:cxnSpMkLst>
        </pc:cxnChg>
        <pc:cxnChg chg="add mod">
          <ac:chgData name="McWeeny, Sean" userId="4ed3292e-1c4d-4d98-829d-0149dfd70015" providerId="ADAL" clId="{CDE67DA2-DDBF-4787-904F-4ECB9234D1D4}" dt="2026-01-29T21:37:13.992" v="1317" actId="1035"/>
          <ac:cxnSpMkLst>
            <pc:docMk/>
            <pc:sldMk cId="2120060686" sldId="259"/>
            <ac:cxnSpMk id="238" creationId="{C26B30BD-BAFC-21E5-7B27-E8507B95C41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0" y="1122363"/>
            <a:ext cx="2057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3602038"/>
            <a:ext cx="2057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8B32-2914-44C7-B724-AB9D63D7E6C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A2D5-368B-4A12-B95B-9DF0D3E9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1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8B32-2914-44C7-B724-AB9D63D7E6C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A2D5-368B-4A12-B95B-9DF0D3E9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02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3" y="1709739"/>
            <a:ext cx="236601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3" y="4589464"/>
            <a:ext cx="236601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8B32-2914-44C7-B724-AB9D63D7E6C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A2D5-368B-4A12-B95B-9DF0D3E9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54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1825625"/>
            <a:ext cx="11658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1825625"/>
            <a:ext cx="11658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8B32-2914-44C7-B724-AB9D63D7E6C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A2D5-368B-4A12-B95B-9DF0D3E9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365126"/>
            <a:ext cx="23660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4" y="1681163"/>
            <a:ext cx="1160502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4" y="2505075"/>
            <a:ext cx="1160502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0" y="1681163"/>
            <a:ext cx="1166217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0" y="2505075"/>
            <a:ext cx="1166217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8B32-2914-44C7-B724-AB9D63D7E6C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A2D5-368B-4A12-B95B-9DF0D3E9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85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8B32-2914-44C7-B724-AB9D63D7E6C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A2D5-368B-4A12-B95B-9DF0D3E9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1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8B32-2914-44C7-B724-AB9D63D7E6C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A2D5-368B-4A12-B95B-9DF0D3E9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66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4" y="457200"/>
            <a:ext cx="884753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987426"/>
            <a:ext cx="138874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4" y="2057400"/>
            <a:ext cx="88475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8B32-2914-44C7-B724-AB9D63D7E6C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A2D5-368B-4A12-B95B-9DF0D3E9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8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4" y="457200"/>
            <a:ext cx="884753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987426"/>
            <a:ext cx="138874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4" y="2057400"/>
            <a:ext cx="88475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8B32-2914-44C7-B724-AB9D63D7E6C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A2D5-368B-4A12-B95B-9DF0D3E9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2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8B32-2914-44C7-B724-AB9D63D7E6C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A2D5-368B-4A12-B95B-9DF0D3E9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2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5" y="365125"/>
            <a:ext cx="591502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0" y="365125"/>
            <a:ext cx="1740217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8B32-2914-44C7-B724-AB9D63D7E6C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A2D5-368B-4A12-B95B-9DF0D3E9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39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365126"/>
            <a:ext cx="236601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1825625"/>
            <a:ext cx="236601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6356351"/>
            <a:ext cx="6172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58B32-2914-44C7-B724-AB9D63D7E6C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6356351"/>
            <a:ext cx="925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6356351"/>
            <a:ext cx="6172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3A2D5-368B-4A12-B95B-9DF0D3E9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8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F879C6-9F8A-2A27-EB44-3DAFAF711333}"/>
              </a:ext>
            </a:extLst>
          </p:cNvPr>
          <p:cNvSpPr txBox="1"/>
          <p:nvPr/>
        </p:nvSpPr>
        <p:spPr>
          <a:xfrm>
            <a:off x="8971893" y="3183264"/>
            <a:ext cx="991251" cy="830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Impaired Selective Sensory Attention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E489761-92D6-05D4-B017-CE8CCF76D26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9963143" y="2697372"/>
            <a:ext cx="259168" cy="901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26776B1-1836-139D-3427-F64BBDB1CF39}"/>
              </a:ext>
            </a:extLst>
          </p:cNvPr>
          <p:cNvSpPr txBox="1"/>
          <p:nvPr/>
        </p:nvSpPr>
        <p:spPr>
          <a:xfrm>
            <a:off x="10222312" y="2374206"/>
            <a:ext cx="1130995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Hyperarousal to sensory input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E588B-B21C-01A8-EC4F-281068D1C023}"/>
              </a:ext>
            </a:extLst>
          </p:cNvPr>
          <p:cNvSpPr txBox="1"/>
          <p:nvPr/>
        </p:nvSpPr>
        <p:spPr>
          <a:xfrm>
            <a:off x="11351055" y="3268730"/>
            <a:ext cx="1132439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Late sensory evaluation of all stimuli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1CE580-4064-C502-77C7-DB65E4F42E7E}"/>
              </a:ext>
            </a:extLst>
          </p:cNvPr>
          <p:cNvCxnSpPr>
            <a:cxnSpLocks/>
            <a:stCxn id="77" idx="3"/>
            <a:endCxn id="7" idx="1"/>
          </p:cNvCxnSpPr>
          <p:nvPr/>
        </p:nvCxnSpPr>
        <p:spPr>
          <a:xfrm flipV="1">
            <a:off x="11159178" y="3591896"/>
            <a:ext cx="191877" cy="57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B7EF63D-BA62-DA66-382C-126315822633}"/>
              </a:ext>
            </a:extLst>
          </p:cNvPr>
          <p:cNvSpPr txBox="1"/>
          <p:nvPr/>
        </p:nvSpPr>
        <p:spPr>
          <a:xfrm>
            <a:off x="14291471" y="3270047"/>
            <a:ext cx="998849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Weak Central Coherence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B2960-DC31-8103-7683-7670E27231E7}"/>
              </a:ext>
            </a:extLst>
          </p:cNvPr>
          <p:cNvSpPr txBox="1"/>
          <p:nvPr/>
        </p:nvSpPr>
        <p:spPr>
          <a:xfrm>
            <a:off x="15520871" y="2963658"/>
            <a:ext cx="1236454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Enhanced local processing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4A854B-CC49-7E7F-63E7-EB503E3B9D00}"/>
              </a:ext>
            </a:extLst>
          </p:cNvPr>
          <p:cNvSpPr txBox="1"/>
          <p:nvPr/>
        </p:nvSpPr>
        <p:spPr>
          <a:xfrm>
            <a:off x="15520871" y="3580074"/>
            <a:ext cx="1236454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Deficient global processing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F87A05-7FC9-893C-EC30-BF72B35A417C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15290319" y="3593212"/>
            <a:ext cx="230552" cy="2176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4B6131-E51F-3090-EB03-C8AAD4A0D97A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15290319" y="3194490"/>
            <a:ext cx="230552" cy="3987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64869C7-0424-B009-1245-421D4FA477AA}"/>
              </a:ext>
            </a:extLst>
          </p:cNvPr>
          <p:cNvSpPr txBox="1"/>
          <p:nvPr/>
        </p:nvSpPr>
        <p:spPr>
          <a:xfrm>
            <a:off x="23167614" y="4495926"/>
            <a:ext cx="1236454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Piecemeal face processing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4498C4-442E-D379-1989-0E4A31BC2B12}"/>
              </a:ext>
            </a:extLst>
          </p:cNvPr>
          <p:cNvSpPr txBox="1"/>
          <p:nvPr/>
        </p:nvSpPr>
        <p:spPr>
          <a:xfrm>
            <a:off x="23159027" y="3349556"/>
            <a:ext cx="1834846" cy="2769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Impaired social behavior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169585-2A0B-4E16-96AF-C22D03899094}"/>
              </a:ext>
            </a:extLst>
          </p:cNvPr>
          <p:cNvSpPr txBox="1"/>
          <p:nvPr/>
        </p:nvSpPr>
        <p:spPr>
          <a:xfrm>
            <a:off x="17013576" y="2198267"/>
            <a:ext cx="1236454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“Inverted” Memory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42B53A-F417-FC29-4FCE-987C1BCB40A3}"/>
              </a:ext>
            </a:extLst>
          </p:cNvPr>
          <p:cNvSpPr txBox="1"/>
          <p:nvPr/>
        </p:nvSpPr>
        <p:spPr>
          <a:xfrm>
            <a:off x="6160821" y="3182119"/>
            <a:ext cx="1280340" cy="830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Low Neural Information Processing (signal-to-noise)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78C6E2-F10B-37CC-436A-D1490D6DEE9B}"/>
              </a:ext>
            </a:extLst>
          </p:cNvPr>
          <p:cNvSpPr txBox="1"/>
          <p:nvPr/>
        </p:nvSpPr>
        <p:spPr>
          <a:xfrm>
            <a:off x="18557618" y="4083025"/>
            <a:ext cx="1236454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Impaired theory of mind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C8FDD1-21E9-E344-65C6-D23905A4F400}"/>
              </a:ext>
            </a:extLst>
          </p:cNvPr>
          <p:cNvSpPr txBox="1"/>
          <p:nvPr/>
        </p:nvSpPr>
        <p:spPr>
          <a:xfrm>
            <a:off x="23168367" y="3740750"/>
            <a:ext cx="1236454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Impaired communicative language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0ED119-8759-41F4-3B11-86C86035A276}"/>
              </a:ext>
            </a:extLst>
          </p:cNvPr>
          <p:cNvSpPr txBox="1"/>
          <p:nvPr/>
        </p:nvSpPr>
        <p:spPr>
          <a:xfrm>
            <a:off x="21260972" y="3072558"/>
            <a:ext cx="1236454" cy="830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Preference for rule-based, predictable systems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85D891-52CC-A18A-54B9-A915212B5F4A}"/>
              </a:ext>
            </a:extLst>
          </p:cNvPr>
          <p:cNvSpPr txBox="1"/>
          <p:nvPr/>
        </p:nvSpPr>
        <p:spPr>
          <a:xfrm>
            <a:off x="16999062" y="3182772"/>
            <a:ext cx="1236454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Failure to understand social context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9F0EB1-5BB2-CD0D-362E-CCB521ADF181}"/>
              </a:ext>
            </a:extLst>
          </p:cNvPr>
          <p:cNvSpPr txBox="1"/>
          <p:nvPr/>
        </p:nvSpPr>
        <p:spPr>
          <a:xfrm>
            <a:off x="18477062" y="2768795"/>
            <a:ext cx="1124049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Impaired joint attention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DA1510-72BA-68FB-610B-201598E16AC2}"/>
              </a:ext>
            </a:extLst>
          </p:cNvPr>
          <p:cNvSpPr txBox="1"/>
          <p:nvPr/>
        </p:nvSpPr>
        <p:spPr>
          <a:xfrm>
            <a:off x="18446259" y="3425237"/>
            <a:ext cx="1236454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Low shared affect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ABE21E-1440-BC6D-61AD-0C4592AEB3CB}"/>
              </a:ext>
            </a:extLst>
          </p:cNvPr>
          <p:cNvSpPr txBox="1"/>
          <p:nvPr/>
        </p:nvSpPr>
        <p:spPr>
          <a:xfrm>
            <a:off x="19873652" y="2988946"/>
            <a:ext cx="1140145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‘Poverty of the stimulus’ for early social cognitive experience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49C6FF-35E4-8D9B-6705-66B484B9D9C1}"/>
              </a:ext>
            </a:extLst>
          </p:cNvPr>
          <p:cNvSpPr txBox="1"/>
          <p:nvPr/>
        </p:nvSpPr>
        <p:spPr>
          <a:xfrm>
            <a:off x="16999062" y="2782859"/>
            <a:ext cx="1236454" cy="2769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Hyperlexia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209E29A-621E-98BE-6203-AC64FA026B1E}"/>
              </a:ext>
            </a:extLst>
          </p:cNvPr>
          <p:cNvCxnSpPr>
            <a:cxnSpLocks/>
            <a:stCxn id="13" idx="3"/>
            <a:endCxn id="34" idx="1"/>
          </p:cNvCxnSpPr>
          <p:nvPr/>
        </p:nvCxnSpPr>
        <p:spPr>
          <a:xfrm flipV="1">
            <a:off x="16757326" y="3505938"/>
            <a:ext cx="241737" cy="3049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540370A-2355-2764-3EC3-D52C82A8ABD9}"/>
              </a:ext>
            </a:extLst>
          </p:cNvPr>
          <p:cNvCxnSpPr>
            <a:cxnSpLocks/>
            <a:stCxn id="12" idx="3"/>
            <a:endCxn id="34" idx="1"/>
          </p:cNvCxnSpPr>
          <p:nvPr/>
        </p:nvCxnSpPr>
        <p:spPr>
          <a:xfrm>
            <a:off x="16757326" y="3194491"/>
            <a:ext cx="241737" cy="3114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85F0781-FC66-8BE0-C04A-A620C18A2BDE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>
            <a:off x="18235516" y="3505938"/>
            <a:ext cx="210743" cy="1501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8E39EB9-F52D-9771-B840-E147F84F886D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 flipV="1">
            <a:off x="18235516" y="2999628"/>
            <a:ext cx="241546" cy="5063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8B8017A-8F9C-FD4D-0B2D-F293669DB2F3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>
            <a:off x="19601111" y="2999628"/>
            <a:ext cx="272541" cy="497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D5B0C04-7E72-999C-8800-CD38E03E6340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 flipV="1">
            <a:off x="19682713" y="3496778"/>
            <a:ext cx="190939" cy="159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24A1F83-D7CB-F19A-D951-54873CAE1677}"/>
              </a:ext>
            </a:extLst>
          </p:cNvPr>
          <p:cNvCxnSpPr>
            <a:cxnSpLocks/>
            <a:stCxn id="27" idx="3"/>
            <a:endCxn id="20" idx="1"/>
          </p:cNvCxnSpPr>
          <p:nvPr/>
        </p:nvCxnSpPr>
        <p:spPr>
          <a:xfrm>
            <a:off x="22497426" y="3488057"/>
            <a:ext cx="670188" cy="12387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DC5C890-CB55-F6BE-FAF4-A5F5CA17DF8A}"/>
              </a:ext>
            </a:extLst>
          </p:cNvPr>
          <p:cNvCxnSpPr>
            <a:cxnSpLocks/>
            <a:stCxn id="27" idx="3"/>
            <a:endCxn id="187" idx="1"/>
          </p:cNvCxnSpPr>
          <p:nvPr/>
        </p:nvCxnSpPr>
        <p:spPr>
          <a:xfrm flipV="1">
            <a:off x="22497426" y="2582986"/>
            <a:ext cx="673625" cy="9050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03C3546-C23B-D292-715B-95CB5585C080}"/>
              </a:ext>
            </a:extLst>
          </p:cNvPr>
          <p:cNvCxnSpPr>
            <a:cxnSpLocks/>
            <a:stCxn id="27" idx="3"/>
            <a:endCxn id="21" idx="1"/>
          </p:cNvCxnSpPr>
          <p:nvPr/>
        </p:nvCxnSpPr>
        <p:spPr>
          <a:xfrm flipV="1">
            <a:off x="22497426" y="3488056"/>
            <a:ext cx="661601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A6F3A4D-D9D5-C6BB-E5C1-DE29FBFDD5C8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22497426" y="3488057"/>
            <a:ext cx="670941" cy="5758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394C084-85BC-7979-8324-F93A36C1956C}"/>
              </a:ext>
            </a:extLst>
          </p:cNvPr>
          <p:cNvCxnSpPr>
            <a:cxnSpLocks/>
            <a:stCxn id="27" idx="3"/>
            <a:endCxn id="2" idx="1"/>
          </p:cNvCxnSpPr>
          <p:nvPr/>
        </p:nvCxnSpPr>
        <p:spPr>
          <a:xfrm flipV="1">
            <a:off x="22497426" y="3051513"/>
            <a:ext cx="670188" cy="4365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52928B9-910E-CFC2-682F-EE9820B1D1C5}"/>
              </a:ext>
            </a:extLst>
          </p:cNvPr>
          <p:cNvSpPr txBox="1"/>
          <p:nvPr/>
        </p:nvSpPr>
        <p:spPr>
          <a:xfrm>
            <a:off x="12788294" y="2416765"/>
            <a:ext cx="1243411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Impaired Attention Switching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F811A5E-FC4D-D9AB-703A-6EAA6FAFE4DC}"/>
              </a:ext>
            </a:extLst>
          </p:cNvPr>
          <p:cNvSpPr txBox="1"/>
          <p:nvPr/>
        </p:nvSpPr>
        <p:spPr>
          <a:xfrm>
            <a:off x="10254165" y="3182120"/>
            <a:ext cx="905012" cy="830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All-or-none early perceptual  filtering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28BD22C-83A9-3D02-84EC-5FC2EDADB5D1}"/>
              </a:ext>
            </a:extLst>
          </p:cNvPr>
          <p:cNvCxnSpPr>
            <a:cxnSpLocks/>
            <a:stCxn id="4" idx="3"/>
            <a:endCxn id="77" idx="1"/>
          </p:cNvCxnSpPr>
          <p:nvPr/>
        </p:nvCxnSpPr>
        <p:spPr>
          <a:xfrm flipV="1">
            <a:off x="9963143" y="3597618"/>
            <a:ext cx="291022" cy="11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FF399F5-10D9-E54F-B449-4F75E078C05F}"/>
              </a:ext>
            </a:extLst>
          </p:cNvPr>
          <p:cNvSpPr txBox="1"/>
          <p:nvPr/>
        </p:nvSpPr>
        <p:spPr>
          <a:xfrm>
            <a:off x="12788294" y="3268148"/>
            <a:ext cx="1243411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Bottleneck of attentional resources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1FDF204-3DB8-5DA2-B223-D9CD67889AE8}"/>
              </a:ext>
            </a:extLst>
          </p:cNvPr>
          <p:cNvCxnSpPr>
            <a:cxnSpLocks/>
            <a:stCxn id="7" idx="3"/>
            <a:endCxn id="76" idx="1"/>
          </p:cNvCxnSpPr>
          <p:nvPr/>
        </p:nvCxnSpPr>
        <p:spPr>
          <a:xfrm flipV="1">
            <a:off x="12483493" y="2739931"/>
            <a:ext cx="304800" cy="851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D41F3A0-0F77-54F8-D70C-8D2B4594EDBA}"/>
              </a:ext>
            </a:extLst>
          </p:cNvPr>
          <p:cNvCxnSpPr>
            <a:cxnSpLocks/>
            <a:stCxn id="7" idx="3"/>
            <a:endCxn id="98" idx="1"/>
          </p:cNvCxnSpPr>
          <p:nvPr/>
        </p:nvCxnSpPr>
        <p:spPr>
          <a:xfrm>
            <a:off x="12483493" y="3591895"/>
            <a:ext cx="304966" cy="8142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88D7A5BE-0924-93B2-99B1-519D1A4FFA96}"/>
              </a:ext>
            </a:extLst>
          </p:cNvPr>
          <p:cNvSpPr txBox="1"/>
          <p:nvPr/>
        </p:nvSpPr>
        <p:spPr>
          <a:xfrm>
            <a:off x="12788460" y="4083024"/>
            <a:ext cx="1243411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Flooded higher-order cognitive processes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CB16961-EBDE-AB86-6222-C00BD61B927D}"/>
              </a:ext>
            </a:extLst>
          </p:cNvPr>
          <p:cNvCxnSpPr>
            <a:cxnSpLocks/>
            <a:stCxn id="7" idx="3"/>
            <a:endCxn id="91" idx="1"/>
          </p:cNvCxnSpPr>
          <p:nvPr/>
        </p:nvCxnSpPr>
        <p:spPr>
          <a:xfrm flipV="1">
            <a:off x="12483493" y="3591313"/>
            <a:ext cx="304800" cy="5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A41430E-18AB-4EC3-1CB3-AC5F86BB4451}"/>
              </a:ext>
            </a:extLst>
          </p:cNvPr>
          <p:cNvCxnSpPr>
            <a:cxnSpLocks/>
            <a:stCxn id="98" idx="3"/>
            <a:endCxn id="11" idx="1"/>
          </p:cNvCxnSpPr>
          <p:nvPr/>
        </p:nvCxnSpPr>
        <p:spPr>
          <a:xfrm flipV="1">
            <a:off x="14031870" y="3593213"/>
            <a:ext cx="259600" cy="8129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6714BE8E-9EB8-0FE9-02D0-DFFBD7C7C02F}"/>
              </a:ext>
            </a:extLst>
          </p:cNvPr>
          <p:cNvCxnSpPr>
            <a:cxnSpLocks/>
            <a:stCxn id="91" idx="3"/>
            <a:endCxn id="11" idx="1"/>
          </p:cNvCxnSpPr>
          <p:nvPr/>
        </p:nvCxnSpPr>
        <p:spPr>
          <a:xfrm>
            <a:off x="14031704" y="3591314"/>
            <a:ext cx="259766" cy="18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FF17C614-E27A-1B4F-A0FC-010C367E78D3}"/>
              </a:ext>
            </a:extLst>
          </p:cNvPr>
          <p:cNvCxnSpPr>
            <a:cxnSpLocks/>
            <a:stCxn id="76" idx="3"/>
            <a:endCxn id="11" idx="1"/>
          </p:cNvCxnSpPr>
          <p:nvPr/>
        </p:nvCxnSpPr>
        <p:spPr>
          <a:xfrm>
            <a:off x="14031704" y="2739930"/>
            <a:ext cx="259766" cy="8532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63D5909-4242-B5D1-A8D2-30778CD025A7}"/>
              </a:ext>
            </a:extLst>
          </p:cNvPr>
          <p:cNvCxnSpPr>
            <a:cxnSpLocks/>
            <a:stCxn id="12" idx="3"/>
            <a:endCxn id="38" idx="1"/>
          </p:cNvCxnSpPr>
          <p:nvPr/>
        </p:nvCxnSpPr>
        <p:spPr>
          <a:xfrm flipV="1">
            <a:off x="16757326" y="2921358"/>
            <a:ext cx="241737" cy="2731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5064B524-5EB6-F86E-6949-DBA62B5F818F}"/>
              </a:ext>
            </a:extLst>
          </p:cNvPr>
          <p:cNvCxnSpPr>
            <a:cxnSpLocks/>
            <a:stCxn id="34" idx="3"/>
            <a:endCxn id="24" idx="1"/>
          </p:cNvCxnSpPr>
          <p:nvPr/>
        </p:nvCxnSpPr>
        <p:spPr>
          <a:xfrm>
            <a:off x="18235516" y="3505938"/>
            <a:ext cx="322102" cy="8079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7EDD22AA-AE88-0501-C9EB-70C33BD80897}"/>
              </a:ext>
            </a:extLst>
          </p:cNvPr>
          <p:cNvCxnSpPr>
            <a:cxnSpLocks/>
            <a:stCxn id="12" idx="3"/>
            <a:endCxn id="22" idx="1"/>
          </p:cNvCxnSpPr>
          <p:nvPr/>
        </p:nvCxnSpPr>
        <p:spPr>
          <a:xfrm flipV="1">
            <a:off x="16757326" y="2429100"/>
            <a:ext cx="256251" cy="765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AB980953-3301-C451-9C6F-51440A5DB91C}"/>
              </a:ext>
            </a:extLst>
          </p:cNvPr>
          <p:cNvSpPr txBox="1"/>
          <p:nvPr/>
        </p:nvSpPr>
        <p:spPr>
          <a:xfrm>
            <a:off x="4607793" y="3584433"/>
            <a:ext cx="1280340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Brain Overgrowth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77612FC-8B55-ABC5-0245-47FAC240D958}"/>
              </a:ext>
            </a:extLst>
          </p:cNvPr>
          <p:cNvSpPr txBox="1"/>
          <p:nvPr/>
        </p:nvSpPr>
        <p:spPr>
          <a:xfrm>
            <a:off x="7653526" y="3182119"/>
            <a:ext cx="991251" cy="830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Altered Experience-Dependent Maturation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4652F545-1996-CCAA-B185-5B961487250B}"/>
              </a:ext>
            </a:extLst>
          </p:cNvPr>
          <p:cNvCxnSpPr>
            <a:cxnSpLocks/>
            <a:stCxn id="147" idx="3"/>
            <a:endCxn id="4" idx="1"/>
          </p:cNvCxnSpPr>
          <p:nvPr/>
        </p:nvCxnSpPr>
        <p:spPr>
          <a:xfrm>
            <a:off x="8644777" y="3597618"/>
            <a:ext cx="327116" cy="11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3834E8E3-F8E7-9B8A-8770-B7EBBD035F7D}"/>
              </a:ext>
            </a:extLst>
          </p:cNvPr>
          <p:cNvCxnSpPr>
            <a:cxnSpLocks/>
            <a:stCxn id="23" idx="3"/>
            <a:endCxn id="147" idx="1"/>
          </p:cNvCxnSpPr>
          <p:nvPr/>
        </p:nvCxnSpPr>
        <p:spPr>
          <a:xfrm>
            <a:off x="7441161" y="3597617"/>
            <a:ext cx="2123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E91C71DC-9AE1-03BE-43F4-505643F74F40}"/>
              </a:ext>
            </a:extLst>
          </p:cNvPr>
          <p:cNvSpPr txBox="1"/>
          <p:nvPr/>
        </p:nvSpPr>
        <p:spPr>
          <a:xfrm>
            <a:off x="4616457" y="2986059"/>
            <a:ext cx="1280340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Altered ‘microanatomy’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E60921B-956B-B32C-6B9C-05EBB2EA31E9}"/>
              </a:ext>
            </a:extLst>
          </p:cNvPr>
          <p:cNvSpPr txBox="1"/>
          <p:nvPr/>
        </p:nvSpPr>
        <p:spPr>
          <a:xfrm>
            <a:off x="1967257" y="3035501"/>
            <a:ext cx="1650351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Genes governing neural and synaptic structure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6F22A66-6316-5130-E669-00BE6D640908}"/>
              </a:ext>
            </a:extLst>
          </p:cNvPr>
          <p:cNvSpPr txBox="1"/>
          <p:nvPr/>
        </p:nvSpPr>
        <p:spPr>
          <a:xfrm>
            <a:off x="2416871" y="4029658"/>
            <a:ext cx="866907" cy="2769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GABA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132B0A9-FCE7-2ABF-8159-D7462B5CD4CF}"/>
              </a:ext>
            </a:extLst>
          </p:cNvPr>
          <p:cNvSpPr txBox="1"/>
          <p:nvPr/>
        </p:nvSpPr>
        <p:spPr>
          <a:xfrm>
            <a:off x="1909199" y="5563565"/>
            <a:ext cx="1650352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Immunological signaling differences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251093E3-30C8-295C-A51B-6D2CDFCC1F07}"/>
              </a:ext>
            </a:extLst>
          </p:cNvPr>
          <p:cNvSpPr txBox="1"/>
          <p:nvPr/>
        </p:nvSpPr>
        <p:spPr>
          <a:xfrm>
            <a:off x="1992625" y="2143373"/>
            <a:ext cx="1650352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Lipids affective cell-cell signaling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0599BA9-C28E-9DCD-29BC-2FD6F18C862D}"/>
              </a:ext>
            </a:extLst>
          </p:cNvPr>
          <p:cNvSpPr txBox="1"/>
          <p:nvPr/>
        </p:nvSpPr>
        <p:spPr>
          <a:xfrm>
            <a:off x="17012305" y="3921512"/>
            <a:ext cx="1236454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Impaired executive function</a:t>
            </a: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0F06CF0A-39E1-3FF5-28FB-CD312B4E12A3}"/>
              </a:ext>
            </a:extLst>
          </p:cNvPr>
          <p:cNvCxnSpPr>
            <a:cxnSpLocks/>
            <a:stCxn id="13" idx="3"/>
            <a:endCxn id="170" idx="1"/>
          </p:cNvCxnSpPr>
          <p:nvPr/>
        </p:nvCxnSpPr>
        <p:spPr>
          <a:xfrm>
            <a:off x="16757325" y="3810907"/>
            <a:ext cx="254980" cy="4337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2176EEE0-7E15-CAC3-8E1D-C9379FD7BAB2}"/>
              </a:ext>
            </a:extLst>
          </p:cNvPr>
          <p:cNvSpPr txBox="1"/>
          <p:nvPr/>
        </p:nvSpPr>
        <p:spPr>
          <a:xfrm>
            <a:off x="4616457" y="2207820"/>
            <a:ext cx="1280340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Intense, Undifferentiated Response 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E1DDDBD3-2B07-8C72-6C69-9F9297260FAE}"/>
              </a:ext>
            </a:extLst>
          </p:cNvPr>
          <p:cNvCxnSpPr>
            <a:cxnSpLocks/>
            <a:stCxn id="174" idx="3"/>
            <a:endCxn id="6" idx="1"/>
          </p:cNvCxnSpPr>
          <p:nvPr/>
        </p:nvCxnSpPr>
        <p:spPr>
          <a:xfrm>
            <a:off x="5896797" y="2530986"/>
            <a:ext cx="4325515" cy="1663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A654575A-D7DC-D294-9A67-2AF17FFC9122}"/>
              </a:ext>
            </a:extLst>
          </p:cNvPr>
          <p:cNvCxnSpPr>
            <a:cxnSpLocks/>
            <a:stCxn id="174" idx="3"/>
            <a:endCxn id="23" idx="1"/>
          </p:cNvCxnSpPr>
          <p:nvPr/>
        </p:nvCxnSpPr>
        <p:spPr>
          <a:xfrm>
            <a:off x="5896797" y="2530985"/>
            <a:ext cx="264024" cy="1066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EFFD1146-E86C-B41A-EC21-FEA11EB48375}"/>
              </a:ext>
            </a:extLst>
          </p:cNvPr>
          <p:cNvCxnSpPr>
            <a:cxnSpLocks/>
            <a:stCxn id="165" idx="3"/>
            <a:endCxn id="23" idx="1"/>
          </p:cNvCxnSpPr>
          <p:nvPr/>
        </p:nvCxnSpPr>
        <p:spPr>
          <a:xfrm>
            <a:off x="5896797" y="3216891"/>
            <a:ext cx="264024" cy="380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9C9EA80E-D6EE-25CA-D98F-B2540EDFD81C}"/>
              </a:ext>
            </a:extLst>
          </p:cNvPr>
          <p:cNvCxnSpPr>
            <a:cxnSpLocks/>
            <a:stCxn id="146" idx="3"/>
            <a:endCxn id="23" idx="1"/>
          </p:cNvCxnSpPr>
          <p:nvPr/>
        </p:nvCxnSpPr>
        <p:spPr>
          <a:xfrm flipV="1">
            <a:off x="5888133" y="3597617"/>
            <a:ext cx="272688" cy="217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1453F182-292C-E582-C079-AFBD445C16D2}"/>
              </a:ext>
            </a:extLst>
          </p:cNvPr>
          <p:cNvSpPr txBox="1"/>
          <p:nvPr/>
        </p:nvSpPr>
        <p:spPr>
          <a:xfrm>
            <a:off x="23171051" y="2444486"/>
            <a:ext cx="1635884" cy="2769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Restricted interests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65A195D6-1EB4-F8D6-666B-1B6232969F69}"/>
              </a:ext>
            </a:extLst>
          </p:cNvPr>
          <p:cNvSpPr txBox="1"/>
          <p:nvPr/>
        </p:nvSpPr>
        <p:spPr>
          <a:xfrm>
            <a:off x="4616457" y="4200979"/>
            <a:ext cx="1236454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Abnormal Connectivity</a:t>
            </a: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73C0AF45-2E2D-6734-1D3F-72784709B712}"/>
              </a:ext>
            </a:extLst>
          </p:cNvPr>
          <p:cNvCxnSpPr>
            <a:cxnSpLocks/>
            <a:stCxn id="188" idx="3"/>
            <a:endCxn id="23" idx="1"/>
          </p:cNvCxnSpPr>
          <p:nvPr/>
        </p:nvCxnSpPr>
        <p:spPr>
          <a:xfrm flipV="1">
            <a:off x="5852911" y="3597617"/>
            <a:ext cx="307910" cy="834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EF814896-425E-C858-0ABF-0BED22BE044F}"/>
              </a:ext>
            </a:extLst>
          </p:cNvPr>
          <p:cNvCxnSpPr>
            <a:cxnSpLocks/>
            <a:stCxn id="166" idx="3"/>
            <a:endCxn id="188" idx="1"/>
          </p:cNvCxnSpPr>
          <p:nvPr/>
        </p:nvCxnSpPr>
        <p:spPr>
          <a:xfrm>
            <a:off x="3617608" y="3358667"/>
            <a:ext cx="998849" cy="10731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8AF7E639-1461-17E4-6854-EC25E4869ED7}"/>
              </a:ext>
            </a:extLst>
          </p:cNvPr>
          <p:cNvCxnSpPr>
            <a:cxnSpLocks/>
            <a:stCxn id="166" idx="3"/>
            <a:endCxn id="146" idx="1"/>
          </p:cNvCxnSpPr>
          <p:nvPr/>
        </p:nvCxnSpPr>
        <p:spPr>
          <a:xfrm>
            <a:off x="3617608" y="3358667"/>
            <a:ext cx="990185" cy="456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A7069F7B-BBC2-6FE4-6E9E-DEA08387B17E}"/>
              </a:ext>
            </a:extLst>
          </p:cNvPr>
          <p:cNvCxnSpPr>
            <a:cxnSpLocks/>
            <a:stCxn id="166" idx="3"/>
            <a:endCxn id="165" idx="1"/>
          </p:cNvCxnSpPr>
          <p:nvPr/>
        </p:nvCxnSpPr>
        <p:spPr>
          <a:xfrm flipV="1">
            <a:off x="3617608" y="3216892"/>
            <a:ext cx="998849" cy="1417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F2B35D94-9442-9351-7F6B-BF5535BDFE59}"/>
              </a:ext>
            </a:extLst>
          </p:cNvPr>
          <p:cNvCxnSpPr>
            <a:cxnSpLocks/>
            <a:stCxn id="166" idx="3"/>
            <a:endCxn id="174" idx="1"/>
          </p:cNvCxnSpPr>
          <p:nvPr/>
        </p:nvCxnSpPr>
        <p:spPr>
          <a:xfrm flipV="1">
            <a:off x="3617608" y="2530986"/>
            <a:ext cx="998849" cy="8276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6904C477-371F-102B-6F1C-7A3EB37E6A7F}"/>
              </a:ext>
            </a:extLst>
          </p:cNvPr>
          <p:cNvCxnSpPr>
            <a:cxnSpLocks/>
            <a:stCxn id="167" idx="3"/>
            <a:endCxn id="165" idx="1"/>
          </p:cNvCxnSpPr>
          <p:nvPr/>
        </p:nvCxnSpPr>
        <p:spPr>
          <a:xfrm flipV="1">
            <a:off x="3283778" y="3216891"/>
            <a:ext cx="1332679" cy="9512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3F1ECE8A-EE7E-492E-37D2-8FCC0CBF12ED}"/>
              </a:ext>
            </a:extLst>
          </p:cNvPr>
          <p:cNvCxnSpPr>
            <a:cxnSpLocks/>
            <a:stCxn id="167" idx="3"/>
            <a:endCxn id="188" idx="1"/>
          </p:cNvCxnSpPr>
          <p:nvPr/>
        </p:nvCxnSpPr>
        <p:spPr>
          <a:xfrm>
            <a:off x="3283778" y="4168157"/>
            <a:ext cx="1332679" cy="2636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36556EDD-AA6E-ADE9-E0FD-5441E04BED38}"/>
              </a:ext>
            </a:extLst>
          </p:cNvPr>
          <p:cNvSpPr txBox="1"/>
          <p:nvPr/>
        </p:nvSpPr>
        <p:spPr>
          <a:xfrm>
            <a:off x="6800729" y="1353740"/>
            <a:ext cx="1130995" cy="2769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Epilepsy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99E88E0A-A21A-5444-7900-745B7F9811E3}"/>
              </a:ext>
            </a:extLst>
          </p:cNvPr>
          <p:cNvCxnSpPr>
            <a:cxnSpLocks/>
            <a:stCxn id="174" idx="3"/>
            <a:endCxn id="213" idx="1"/>
          </p:cNvCxnSpPr>
          <p:nvPr/>
        </p:nvCxnSpPr>
        <p:spPr>
          <a:xfrm flipV="1">
            <a:off x="5896797" y="1492239"/>
            <a:ext cx="903932" cy="10387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3DF934DE-9B76-6459-C6C5-AE5FD945D575}"/>
              </a:ext>
            </a:extLst>
          </p:cNvPr>
          <p:cNvSpPr txBox="1"/>
          <p:nvPr/>
        </p:nvSpPr>
        <p:spPr>
          <a:xfrm>
            <a:off x="2308961" y="4564592"/>
            <a:ext cx="1082725" cy="2769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Acetylcholine</a:t>
            </a:r>
          </a:p>
        </p:txBody>
      </p: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062D6A64-A493-677D-E6C5-5E3BE3D86DEF}"/>
              </a:ext>
            </a:extLst>
          </p:cNvPr>
          <p:cNvCxnSpPr>
            <a:cxnSpLocks/>
            <a:stCxn id="217" idx="0"/>
            <a:endCxn id="167" idx="2"/>
          </p:cNvCxnSpPr>
          <p:nvPr/>
        </p:nvCxnSpPr>
        <p:spPr>
          <a:xfrm flipV="1">
            <a:off x="2850324" y="4306657"/>
            <a:ext cx="1" cy="2579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3D425063-24A7-768A-059E-ACEE24A4BB25}"/>
              </a:ext>
            </a:extLst>
          </p:cNvPr>
          <p:cNvSpPr txBox="1"/>
          <p:nvPr/>
        </p:nvSpPr>
        <p:spPr>
          <a:xfrm>
            <a:off x="2452421" y="5099525"/>
            <a:ext cx="795803" cy="2769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BDNF</a:t>
            </a:r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006674AF-EED8-4B02-92DB-34CF2217334E}"/>
              </a:ext>
            </a:extLst>
          </p:cNvPr>
          <p:cNvCxnSpPr>
            <a:cxnSpLocks/>
            <a:stCxn id="217" idx="2"/>
            <a:endCxn id="227" idx="0"/>
          </p:cNvCxnSpPr>
          <p:nvPr/>
        </p:nvCxnSpPr>
        <p:spPr>
          <a:xfrm flipH="1">
            <a:off x="2850323" y="4841590"/>
            <a:ext cx="1" cy="2579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0F3F55D9-8BDA-CAEE-42F6-F2C40D562C85}"/>
              </a:ext>
            </a:extLst>
          </p:cNvPr>
          <p:cNvCxnSpPr>
            <a:cxnSpLocks/>
            <a:stCxn id="169" idx="3"/>
            <a:endCxn id="165" idx="1"/>
          </p:cNvCxnSpPr>
          <p:nvPr/>
        </p:nvCxnSpPr>
        <p:spPr>
          <a:xfrm>
            <a:off x="3642977" y="2374205"/>
            <a:ext cx="973480" cy="8426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DFEF2E90-53B2-8429-70FF-1C56E937C686}"/>
              </a:ext>
            </a:extLst>
          </p:cNvPr>
          <p:cNvCxnSpPr>
            <a:cxnSpLocks/>
            <a:stCxn id="227" idx="3"/>
            <a:endCxn id="188" idx="1"/>
          </p:cNvCxnSpPr>
          <p:nvPr/>
        </p:nvCxnSpPr>
        <p:spPr>
          <a:xfrm flipV="1">
            <a:off x="3248224" y="4431812"/>
            <a:ext cx="1368233" cy="8062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C26B30BD-BAFC-21E5-7B27-E8507B95C419}"/>
              </a:ext>
            </a:extLst>
          </p:cNvPr>
          <p:cNvCxnSpPr>
            <a:cxnSpLocks/>
            <a:stCxn id="168" idx="3"/>
            <a:endCxn id="188" idx="1"/>
          </p:cNvCxnSpPr>
          <p:nvPr/>
        </p:nvCxnSpPr>
        <p:spPr>
          <a:xfrm flipV="1">
            <a:off x="3559551" y="4431811"/>
            <a:ext cx="1056906" cy="13625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20DD7CC-3EA8-39EC-895F-64AF37A8CBAB}"/>
              </a:ext>
            </a:extLst>
          </p:cNvPr>
          <p:cNvSpPr txBox="1"/>
          <p:nvPr/>
        </p:nvSpPr>
        <p:spPr>
          <a:xfrm>
            <a:off x="23167614" y="2913013"/>
            <a:ext cx="1639321" cy="2769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Repetitive behaviors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5F05CCE-3301-FDC1-2BB6-4D6E6EB70E49}"/>
              </a:ext>
            </a:extLst>
          </p:cNvPr>
          <p:cNvCxnSpPr>
            <a:cxnSpLocks/>
            <a:stCxn id="37" idx="3"/>
            <a:endCxn id="27" idx="1"/>
          </p:cNvCxnSpPr>
          <p:nvPr/>
        </p:nvCxnSpPr>
        <p:spPr>
          <a:xfrm flipV="1">
            <a:off x="21013797" y="3488057"/>
            <a:ext cx="247175" cy="87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060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405</TotalTime>
  <Words>130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McWeeny, Sean</dc:creator>
  <cp:lastModifiedBy>McWeeny, Sean</cp:lastModifiedBy>
  <cp:revision>2</cp:revision>
  <dcterms:created xsi:type="dcterms:W3CDTF">2026-01-28T18:37:31Z</dcterms:created>
  <dcterms:modified xsi:type="dcterms:W3CDTF">2026-01-29T21:37:16Z</dcterms:modified>
</cp:coreProperties>
</file>
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8" r:id="rId3"/>
  </p:sldIdLst>
  <p:sldSz cx="26882725" cy="19294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80568A-20A3-4C51-95EC-051353EA0569}" v="3" dt="2026-01-22T21:39:42.1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14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cWeeny, Sean" userId="4ed3292e-1c4d-4d98-829d-0149dfd70015" providerId="ADAL" clId="{5880568A-20A3-4C51-95EC-051353EA0569}"/>
    <pc:docChg chg="undo custSel addSld modSld">
      <pc:chgData name="McWeeny, Sean" userId="4ed3292e-1c4d-4d98-829d-0149dfd70015" providerId="ADAL" clId="{5880568A-20A3-4C51-95EC-051353EA0569}" dt="2026-01-22T21:41:27.158" v="7" actId="13926"/>
      <pc:docMkLst>
        <pc:docMk/>
      </pc:docMkLst>
      <pc:sldChg chg="addSp delSp modSp mod">
        <pc:chgData name="McWeeny, Sean" userId="4ed3292e-1c4d-4d98-829d-0149dfd70015" providerId="ADAL" clId="{5880568A-20A3-4C51-95EC-051353EA0569}" dt="2026-01-22T21:39:26.728" v="2" actId="22"/>
        <pc:sldMkLst>
          <pc:docMk/>
          <pc:sldMk cId="3195047638" sldId="257"/>
        </pc:sldMkLst>
        <pc:spChg chg="add del">
          <ac:chgData name="McWeeny, Sean" userId="4ed3292e-1c4d-4d98-829d-0149dfd70015" providerId="ADAL" clId="{5880568A-20A3-4C51-95EC-051353EA0569}" dt="2026-01-22T21:39:26.728" v="2" actId="22"/>
          <ac:spMkLst>
            <pc:docMk/>
            <pc:sldMk cId="3195047638" sldId="257"/>
            <ac:spMk id="5" creationId="{50B01E55-CD50-C4C5-51B1-22032706CCB7}"/>
          </ac:spMkLst>
        </pc:spChg>
        <pc:spChg chg="mod">
          <ac:chgData name="McWeeny, Sean" userId="4ed3292e-1c4d-4d98-829d-0149dfd70015" providerId="ADAL" clId="{5880568A-20A3-4C51-95EC-051353EA0569}" dt="2026-01-22T21:36:48.766" v="0" actId="1076"/>
          <ac:spMkLst>
            <pc:docMk/>
            <pc:sldMk cId="3195047638" sldId="257"/>
            <ac:spMk id="438" creationId="{8DAB446C-2FFB-5D20-B364-78F44FA3FB85}"/>
          </ac:spMkLst>
        </pc:spChg>
        <pc:cxnChg chg="mod">
          <ac:chgData name="McWeeny, Sean" userId="4ed3292e-1c4d-4d98-829d-0149dfd70015" providerId="ADAL" clId="{5880568A-20A3-4C51-95EC-051353EA0569}" dt="2026-01-22T21:36:48.766" v="0" actId="1076"/>
          <ac:cxnSpMkLst>
            <pc:docMk/>
            <pc:sldMk cId="3195047638" sldId="257"/>
            <ac:cxnSpMk id="435" creationId="{C00FAF0D-FF0A-0532-3051-CB36E536C69C}"/>
          </ac:cxnSpMkLst>
        </pc:cxnChg>
        <pc:cxnChg chg="mod">
          <ac:chgData name="McWeeny, Sean" userId="4ed3292e-1c4d-4d98-829d-0149dfd70015" providerId="ADAL" clId="{5880568A-20A3-4C51-95EC-051353EA0569}" dt="2026-01-22T21:36:48.766" v="0" actId="1076"/>
          <ac:cxnSpMkLst>
            <pc:docMk/>
            <pc:sldMk cId="3195047638" sldId="257"/>
            <ac:cxnSpMk id="453" creationId="{58BFCBD7-237F-8CE3-148F-1094B5F40013}"/>
          </ac:cxnSpMkLst>
        </pc:cxnChg>
      </pc:sldChg>
      <pc:sldChg chg="modSp add mod">
        <pc:chgData name="McWeeny, Sean" userId="4ed3292e-1c4d-4d98-829d-0149dfd70015" providerId="ADAL" clId="{5880568A-20A3-4C51-95EC-051353EA0569}" dt="2026-01-22T21:41:27.158" v="7" actId="13926"/>
        <pc:sldMkLst>
          <pc:docMk/>
          <pc:sldMk cId="111326875" sldId="258"/>
        </pc:sldMkLst>
        <pc:spChg chg="mod">
          <ac:chgData name="McWeeny, Sean" userId="4ed3292e-1c4d-4d98-829d-0149dfd70015" providerId="ADAL" clId="{5880568A-20A3-4C51-95EC-051353EA0569}" dt="2026-01-22T21:40:55.073" v="6" actId="13926"/>
          <ac:spMkLst>
            <pc:docMk/>
            <pc:sldMk cId="111326875" sldId="258"/>
            <ac:spMk id="6" creationId="{9AAF6A76-F343-1537-508C-0A7E3EEC244A}"/>
          </ac:spMkLst>
        </pc:spChg>
        <pc:spChg chg="mod">
          <ac:chgData name="McWeeny, Sean" userId="4ed3292e-1c4d-4d98-829d-0149dfd70015" providerId="ADAL" clId="{5880568A-20A3-4C51-95EC-051353EA0569}" dt="2026-01-22T21:40:55.073" v="6" actId="13926"/>
          <ac:spMkLst>
            <pc:docMk/>
            <pc:sldMk cId="111326875" sldId="258"/>
            <ac:spMk id="7" creationId="{06F0B3B2-30D9-D53F-1D6A-A60D1FDECFA3}"/>
          </ac:spMkLst>
        </pc:spChg>
        <pc:spChg chg="mod">
          <ac:chgData name="McWeeny, Sean" userId="4ed3292e-1c4d-4d98-829d-0149dfd70015" providerId="ADAL" clId="{5880568A-20A3-4C51-95EC-051353EA0569}" dt="2026-01-22T21:41:27.158" v="7" actId="13926"/>
          <ac:spMkLst>
            <pc:docMk/>
            <pc:sldMk cId="111326875" sldId="258"/>
            <ac:spMk id="8" creationId="{DA30F7C2-D662-FA96-B805-EA41153B0945}"/>
          </ac:spMkLst>
        </pc:spChg>
        <pc:spChg chg="mod">
          <ac:chgData name="McWeeny, Sean" userId="4ed3292e-1c4d-4d98-829d-0149dfd70015" providerId="ADAL" clId="{5880568A-20A3-4C51-95EC-051353EA0569}" dt="2026-01-22T21:41:27.158" v="7" actId="13926"/>
          <ac:spMkLst>
            <pc:docMk/>
            <pc:sldMk cId="111326875" sldId="258"/>
            <ac:spMk id="9" creationId="{3EA3FC2E-B05C-CA55-52F3-FA434054A882}"/>
          </ac:spMkLst>
        </pc:spChg>
        <pc:spChg chg="mod">
          <ac:chgData name="McWeeny, Sean" userId="4ed3292e-1c4d-4d98-829d-0149dfd70015" providerId="ADAL" clId="{5880568A-20A3-4C51-95EC-051353EA0569}" dt="2026-01-22T21:41:27.158" v="7" actId="13926"/>
          <ac:spMkLst>
            <pc:docMk/>
            <pc:sldMk cId="111326875" sldId="258"/>
            <ac:spMk id="10" creationId="{2D8A1406-9471-1FDD-F6C7-D436667662CB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32" creationId="{E8F927A5-8D50-86F3-3EF2-7A4CDE2755E0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33" creationId="{17F00E9E-0000-5D12-47A7-31B27E46AC50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41" creationId="{245394B8-0CAE-60D6-E000-8159289220E8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52" creationId="{0DF2C2FB-F7A2-C206-672B-77B6CA6F590C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59" creationId="{42FBB8B3-081D-0AEE-9B14-432701C9F569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68" creationId="{4F446C62-CECB-9184-AFEA-5840B610969A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85" creationId="{93DA8A21-BF82-FBB1-E07F-EAE2197796EB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89" creationId="{4626DD74-EA82-A0A5-B164-5A1FABF6BB26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90" creationId="{934FAD23-165F-11DA-4FE0-10177E05D505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91" creationId="{51013359-5E49-DD90-DC4F-A48D30C272BF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174" creationId="{68923402-80F0-FE5C-5FE7-0AFF3EBFC65D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182" creationId="{1CE6FF62-B343-27B0-A350-453B0F32F5F1}"/>
          </ac:spMkLst>
        </pc:spChg>
        <pc:spChg chg="mod">
          <ac:chgData name="McWeeny, Sean" userId="4ed3292e-1c4d-4d98-829d-0149dfd70015" providerId="ADAL" clId="{5880568A-20A3-4C51-95EC-051353EA0569}" dt="2026-01-22T21:41:27.158" v="7" actId="13926"/>
          <ac:spMkLst>
            <pc:docMk/>
            <pc:sldMk cId="111326875" sldId="258"/>
            <ac:spMk id="259" creationId="{CE389E95-30C2-8943-7239-B9692880C7FD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260" creationId="{1BFE845D-EB15-DDA7-E4F7-EBD0CF2CF008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261" creationId="{ABE31ECB-D602-F499-20DD-FDCF0461A8DD}"/>
          </ac:spMkLst>
        </pc:spChg>
        <pc:spChg chg="mod">
          <ac:chgData name="McWeeny, Sean" userId="4ed3292e-1c4d-4d98-829d-0149dfd70015" providerId="ADAL" clId="{5880568A-20A3-4C51-95EC-051353EA0569}" dt="2026-01-22T21:41:27.158" v="7" actId="13926"/>
          <ac:spMkLst>
            <pc:docMk/>
            <pc:sldMk cId="111326875" sldId="258"/>
            <ac:spMk id="280" creationId="{798D154A-8FE5-FA78-4D77-A1F92EE3CBDA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296" creationId="{7E944521-76ED-1EB0-62A5-7F50A278C3CE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297" creationId="{9808F36B-2252-F1CD-C47A-62476BDFBAB0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298" creationId="{34A9191C-9C2D-E081-1B2E-7ED2A4E628BF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379" creationId="{C53785F8-91D3-0185-8B70-BA0553128D01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402" creationId="{9B01632D-59F0-40AA-F62A-1741FD8C5C4D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421" creationId="{6D6D6082-8EB4-1BAA-7B46-22D704A78D66}"/>
          </ac:spMkLst>
        </pc:spChg>
        <pc:spChg chg="mod">
          <ac:chgData name="McWeeny, Sean" userId="4ed3292e-1c4d-4d98-829d-0149dfd70015" providerId="ADAL" clId="{5880568A-20A3-4C51-95EC-051353EA0569}" dt="2026-01-22T21:40:55.073" v="6" actId="13926"/>
          <ac:spMkLst>
            <pc:docMk/>
            <pc:sldMk cId="111326875" sldId="258"/>
            <ac:spMk id="438" creationId="{8DAB446C-2FFB-5D20-B364-78F44FA3FB85}"/>
          </ac:spMkLst>
        </pc:spChg>
        <pc:spChg chg="mod">
          <ac:chgData name="McWeeny, Sean" userId="4ed3292e-1c4d-4d98-829d-0149dfd70015" providerId="ADAL" clId="{5880568A-20A3-4C51-95EC-051353EA0569}" dt="2026-01-22T21:40:55.073" v="6" actId="13926"/>
          <ac:spMkLst>
            <pc:docMk/>
            <pc:sldMk cId="111326875" sldId="258"/>
            <ac:spMk id="439" creationId="{8EB09B6A-1EE3-B75B-6C0B-ED1F0DD3EC65}"/>
          </ac:spMkLst>
        </pc:spChg>
        <pc:spChg chg="mod">
          <ac:chgData name="McWeeny, Sean" userId="4ed3292e-1c4d-4d98-829d-0149dfd70015" providerId="ADAL" clId="{5880568A-20A3-4C51-95EC-051353EA0569}" dt="2026-01-22T21:40:55.073" v="6" actId="13926"/>
          <ac:spMkLst>
            <pc:docMk/>
            <pc:sldMk cId="111326875" sldId="258"/>
            <ac:spMk id="613" creationId="{D9EB4059-4C17-F61B-0976-8CE1F2DC869F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670" creationId="{5E266998-DF2F-F9E1-EDFC-CCED313E726C}"/>
          </ac:spMkLst>
        </pc:spChg>
        <pc:spChg chg="mod">
          <ac:chgData name="McWeeny, Sean" userId="4ed3292e-1c4d-4d98-829d-0149dfd70015" providerId="ADAL" clId="{5880568A-20A3-4C51-95EC-051353EA0569}" dt="2026-01-22T21:40:45.493" v="5" actId="207"/>
          <ac:spMkLst>
            <pc:docMk/>
            <pc:sldMk cId="111326875" sldId="258"/>
            <ac:spMk id="671" creationId="{CD79DACD-7870-1716-0FD0-14F184F4FB2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6205" y="3157685"/>
            <a:ext cx="22850316" cy="6717336"/>
          </a:xfrm>
        </p:spPr>
        <p:txBody>
          <a:bodyPr anchor="b"/>
          <a:lstStyle>
            <a:lvl1pPr algn="ctr">
              <a:defRPr sz="16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60341" y="10134067"/>
            <a:ext cx="20162044" cy="4658364"/>
          </a:xfrm>
        </p:spPr>
        <p:txBody>
          <a:bodyPr/>
          <a:lstStyle>
            <a:lvl1pPr marL="0" indent="0" algn="ctr">
              <a:buNone/>
              <a:defRPr sz="6752"/>
            </a:lvl1pPr>
            <a:lvl2pPr marL="1286286" indent="0" algn="ctr">
              <a:buNone/>
              <a:defRPr sz="5627"/>
            </a:lvl2pPr>
            <a:lvl3pPr marL="2572573" indent="0" algn="ctr">
              <a:buNone/>
              <a:defRPr sz="5064"/>
            </a:lvl3pPr>
            <a:lvl4pPr marL="3858859" indent="0" algn="ctr">
              <a:buNone/>
              <a:defRPr sz="4501"/>
            </a:lvl4pPr>
            <a:lvl5pPr marL="5145146" indent="0" algn="ctr">
              <a:buNone/>
              <a:defRPr sz="4501"/>
            </a:lvl5pPr>
            <a:lvl6pPr marL="6431432" indent="0" algn="ctr">
              <a:buNone/>
              <a:defRPr sz="4501"/>
            </a:lvl6pPr>
            <a:lvl7pPr marL="7717719" indent="0" algn="ctr">
              <a:buNone/>
              <a:defRPr sz="4501"/>
            </a:lvl7pPr>
            <a:lvl8pPr marL="9004005" indent="0" algn="ctr">
              <a:buNone/>
              <a:defRPr sz="4501"/>
            </a:lvl8pPr>
            <a:lvl9pPr marL="10290292" indent="0" algn="ctr">
              <a:buNone/>
              <a:defRPr sz="450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4A47-CC42-4846-9D3C-07EAEA0F35C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4F6A-898E-4572-BF6D-3B06EF447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05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4A47-CC42-4846-9D3C-07EAEA0F35C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4F6A-898E-4572-BF6D-3B06EF447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064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4188" y="4810226"/>
            <a:ext cx="23186350" cy="8025964"/>
          </a:xfrm>
        </p:spPr>
        <p:txBody>
          <a:bodyPr anchor="b"/>
          <a:lstStyle>
            <a:lvl1pPr>
              <a:defRPr sz="16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34188" y="12912118"/>
            <a:ext cx="23186350" cy="4220665"/>
          </a:xfrm>
        </p:spPr>
        <p:txBody>
          <a:bodyPr/>
          <a:lstStyle>
            <a:lvl1pPr marL="0" indent="0">
              <a:buNone/>
              <a:defRPr sz="6752">
                <a:solidFill>
                  <a:schemeClr val="tx1">
                    <a:tint val="82000"/>
                  </a:schemeClr>
                </a:solidFill>
              </a:defRPr>
            </a:lvl1pPr>
            <a:lvl2pPr marL="1286286" indent="0">
              <a:buNone/>
              <a:defRPr sz="5627">
                <a:solidFill>
                  <a:schemeClr val="tx1">
                    <a:tint val="82000"/>
                  </a:schemeClr>
                </a:solidFill>
              </a:defRPr>
            </a:lvl2pPr>
            <a:lvl3pPr marL="2572573" indent="0">
              <a:buNone/>
              <a:defRPr sz="5064">
                <a:solidFill>
                  <a:schemeClr val="tx1">
                    <a:tint val="82000"/>
                  </a:schemeClr>
                </a:solidFill>
              </a:defRPr>
            </a:lvl3pPr>
            <a:lvl4pPr marL="3858859" indent="0">
              <a:buNone/>
              <a:defRPr sz="4501">
                <a:solidFill>
                  <a:schemeClr val="tx1">
                    <a:tint val="82000"/>
                  </a:schemeClr>
                </a:solidFill>
              </a:defRPr>
            </a:lvl4pPr>
            <a:lvl5pPr marL="5145146" indent="0">
              <a:buNone/>
              <a:defRPr sz="4501">
                <a:solidFill>
                  <a:schemeClr val="tx1">
                    <a:tint val="82000"/>
                  </a:schemeClr>
                </a:solidFill>
              </a:defRPr>
            </a:lvl5pPr>
            <a:lvl6pPr marL="6431432" indent="0">
              <a:buNone/>
              <a:defRPr sz="4501">
                <a:solidFill>
                  <a:schemeClr val="tx1">
                    <a:tint val="82000"/>
                  </a:schemeClr>
                </a:solidFill>
              </a:defRPr>
            </a:lvl6pPr>
            <a:lvl7pPr marL="7717719" indent="0">
              <a:buNone/>
              <a:defRPr sz="4501">
                <a:solidFill>
                  <a:schemeClr val="tx1">
                    <a:tint val="82000"/>
                  </a:schemeClr>
                </a:solidFill>
              </a:defRPr>
            </a:lvl7pPr>
            <a:lvl8pPr marL="9004005" indent="0">
              <a:buNone/>
              <a:defRPr sz="4501">
                <a:solidFill>
                  <a:schemeClr val="tx1">
                    <a:tint val="82000"/>
                  </a:schemeClr>
                </a:solidFill>
              </a:defRPr>
            </a:lvl8pPr>
            <a:lvl9pPr marL="10290292" indent="0">
              <a:buNone/>
              <a:defRPr sz="450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4A47-CC42-4846-9D3C-07EAEA0F35C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4F6A-898E-4572-BF6D-3B06EF447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10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48187" y="5136261"/>
            <a:ext cx="11425158" cy="12242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09380" y="5136261"/>
            <a:ext cx="11425158" cy="12242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4A47-CC42-4846-9D3C-07EAEA0F35C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4F6A-898E-4572-BF6D-3B06EF447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7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1689" y="1027257"/>
            <a:ext cx="23186350" cy="37293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1692" y="4729828"/>
            <a:ext cx="11372651" cy="2318015"/>
          </a:xfrm>
        </p:spPr>
        <p:txBody>
          <a:bodyPr anchor="b"/>
          <a:lstStyle>
            <a:lvl1pPr marL="0" indent="0">
              <a:buNone/>
              <a:defRPr sz="6752" b="1"/>
            </a:lvl1pPr>
            <a:lvl2pPr marL="1286286" indent="0">
              <a:buNone/>
              <a:defRPr sz="5627" b="1"/>
            </a:lvl2pPr>
            <a:lvl3pPr marL="2572573" indent="0">
              <a:buNone/>
              <a:defRPr sz="5064" b="1"/>
            </a:lvl3pPr>
            <a:lvl4pPr marL="3858859" indent="0">
              <a:buNone/>
              <a:defRPr sz="4501" b="1"/>
            </a:lvl4pPr>
            <a:lvl5pPr marL="5145146" indent="0">
              <a:buNone/>
              <a:defRPr sz="4501" b="1"/>
            </a:lvl5pPr>
            <a:lvl6pPr marL="6431432" indent="0">
              <a:buNone/>
              <a:defRPr sz="4501" b="1"/>
            </a:lvl6pPr>
            <a:lvl7pPr marL="7717719" indent="0">
              <a:buNone/>
              <a:defRPr sz="4501" b="1"/>
            </a:lvl7pPr>
            <a:lvl8pPr marL="9004005" indent="0">
              <a:buNone/>
              <a:defRPr sz="4501" b="1"/>
            </a:lvl8pPr>
            <a:lvl9pPr marL="10290292" indent="0">
              <a:buNone/>
              <a:defRPr sz="45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92" y="7047843"/>
            <a:ext cx="11372651" cy="103663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609381" y="4729828"/>
            <a:ext cx="11428660" cy="2318015"/>
          </a:xfrm>
        </p:spPr>
        <p:txBody>
          <a:bodyPr anchor="b"/>
          <a:lstStyle>
            <a:lvl1pPr marL="0" indent="0">
              <a:buNone/>
              <a:defRPr sz="6752" b="1"/>
            </a:lvl1pPr>
            <a:lvl2pPr marL="1286286" indent="0">
              <a:buNone/>
              <a:defRPr sz="5627" b="1"/>
            </a:lvl2pPr>
            <a:lvl3pPr marL="2572573" indent="0">
              <a:buNone/>
              <a:defRPr sz="5064" b="1"/>
            </a:lvl3pPr>
            <a:lvl4pPr marL="3858859" indent="0">
              <a:buNone/>
              <a:defRPr sz="4501" b="1"/>
            </a:lvl4pPr>
            <a:lvl5pPr marL="5145146" indent="0">
              <a:buNone/>
              <a:defRPr sz="4501" b="1"/>
            </a:lvl5pPr>
            <a:lvl6pPr marL="6431432" indent="0">
              <a:buNone/>
              <a:defRPr sz="4501" b="1"/>
            </a:lvl6pPr>
            <a:lvl7pPr marL="7717719" indent="0">
              <a:buNone/>
              <a:defRPr sz="4501" b="1"/>
            </a:lvl7pPr>
            <a:lvl8pPr marL="9004005" indent="0">
              <a:buNone/>
              <a:defRPr sz="4501" b="1"/>
            </a:lvl8pPr>
            <a:lvl9pPr marL="10290292" indent="0">
              <a:buNone/>
              <a:defRPr sz="45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609381" y="7047843"/>
            <a:ext cx="11428660" cy="103663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4A47-CC42-4846-9D3C-07EAEA0F35C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4F6A-898E-4572-BF6D-3B06EF447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74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4A47-CC42-4846-9D3C-07EAEA0F35C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4F6A-898E-4572-BF6D-3B06EF447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35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4A47-CC42-4846-9D3C-07EAEA0F35C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4F6A-898E-4572-BF6D-3B06EF447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232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1689" y="1286298"/>
            <a:ext cx="8670379" cy="4502044"/>
          </a:xfrm>
        </p:spPr>
        <p:txBody>
          <a:bodyPr anchor="b"/>
          <a:lstStyle>
            <a:lvl1pPr>
              <a:defRPr sz="90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8659" y="2778051"/>
            <a:ext cx="13609380" cy="13711583"/>
          </a:xfrm>
        </p:spPr>
        <p:txBody>
          <a:bodyPr/>
          <a:lstStyle>
            <a:lvl1pPr>
              <a:defRPr sz="9003"/>
            </a:lvl1pPr>
            <a:lvl2pPr>
              <a:defRPr sz="7878"/>
            </a:lvl2pPr>
            <a:lvl3pPr>
              <a:defRPr sz="6752"/>
            </a:lvl3pPr>
            <a:lvl4pPr>
              <a:defRPr sz="5627"/>
            </a:lvl4pPr>
            <a:lvl5pPr>
              <a:defRPr sz="5627"/>
            </a:lvl5pPr>
            <a:lvl6pPr>
              <a:defRPr sz="5627"/>
            </a:lvl6pPr>
            <a:lvl7pPr>
              <a:defRPr sz="5627"/>
            </a:lvl7pPr>
            <a:lvl8pPr>
              <a:defRPr sz="5627"/>
            </a:lvl8pPr>
            <a:lvl9pPr>
              <a:defRPr sz="56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51689" y="5788343"/>
            <a:ext cx="8670379" cy="10723620"/>
          </a:xfrm>
        </p:spPr>
        <p:txBody>
          <a:bodyPr/>
          <a:lstStyle>
            <a:lvl1pPr marL="0" indent="0">
              <a:buNone/>
              <a:defRPr sz="4501"/>
            </a:lvl1pPr>
            <a:lvl2pPr marL="1286286" indent="0">
              <a:buNone/>
              <a:defRPr sz="3939"/>
            </a:lvl2pPr>
            <a:lvl3pPr marL="2572573" indent="0">
              <a:buNone/>
              <a:defRPr sz="3376"/>
            </a:lvl3pPr>
            <a:lvl4pPr marL="3858859" indent="0">
              <a:buNone/>
              <a:defRPr sz="2813"/>
            </a:lvl4pPr>
            <a:lvl5pPr marL="5145146" indent="0">
              <a:buNone/>
              <a:defRPr sz="2813"/>
            </a:lvl5pPr>
            <a:lvl6pPr marL="6431432" indent="0">
              <a:buNone/>
              <a:defRPr sz="2813"/>
            </a:lvl6pPr>
            <a:lvl7pPr marL="7717719" indent="0">
              <a:buNone/>
              <a:defRPr sz="2813"/>
            </a:lvl7pPr>
            <a:lvl8pPr marL="9004005" indent="0">
              <a:buNone/>
              <a:defRPr sz="2813"/>
            </a:lvl8pPr>
            <a:lvl9pPr marL="10290292" indent="0">
              <a:buNone/>
              <a:defRPr sz="2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4A47-CC42-4846-9D3C-07EAEA0F35C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4F6A-898E-4572-BF6D-3B06EF447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176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1689" y="1286298"/>
            <a:ext cx="8670379" cy="4502044"/>
          </a:xfrm>
        </p:spPr>
        <p:txBody>
          <a:bodyPr anchor="b"/>
          <a:lstStyle>
            <a:lvl1pPr>
              <a:defRPr sz="90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28659" y="2778051"/>
            <a:ext cx="13609380" cy="13711583"/>
          </a:xfrm>
        </p:spPr>
        <p:txBody>
          <a:bodyPr anchor="t"/>
          <a:lstStyle>
            <a:lvl1pPr marL="0" indent="0">
              <a:buNone/>
              <a:defRPr sz="9003"/>
            </a:lvl1pPr>
            <a:lvl2pPr marL="1286286" indent="0">
              <a:buNone/>
              <a:defRPr sz="7878"/>
            </a:lvl2pPr>
            <a:lvl3pPr marL="2572573" indent="0">
              <a:buNone/>
              <a:defRPr sz="6752"/>
            </a:lvl3pPr>
            <a:lvl4pPr marL="3858859" indent="0">
              <a:buNone/>
              <a:defRPr sz="5627"/>
            </a:lvl4pPr>
            <a:lvl5pPr marL="5145146" indent="0">
              <a:buNone/>
              <a:defRPr sz="5627"/>
            </a:lvl5pPr>
            <a:lvl6pPr marL="6431432" indent="0">
              <a:buNone/>
              <a:defRPr sz="5627"/>
            </a:lvl6pPr>
            <a:lvl7pPr marL="7717719" indent="0">
              <a:buNone/>
              <a:defRPr sz="5627"/>
            </a:lvl7pPr>
            <a:lvl8pPr marL="9004005" indent="0">
              <a:buNone/>
              <a:defRPr sz="5627"/>
            </a:lvl8pPr>
            <a:lvl9pPr marL="10290292" indent="0">
              <a:buNone/>
              <a:defRPr sz="562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51689" y="5788343"/>
            <a:ext cx="8670379" cy="10723620"/>
          </a:xfrm>
        </p:spPr>
        <p:txBody>
          <a:bodyPr/>
          <a:lstStyle>
            <a:lvl1pPr marL="0" indent="0">
              <a:buNone/>
              <a:defRPr sz="4501"/>
            </a:lvl1pPr>
            <a:lvl2pPr marL="1286286" indent="0">
              <a:buNone/>
              <a:defRPr sz="3939"/>
            </a:lvl2pPr>
            <a:lvl3pPr marL="2572573" indent="0">
              <a:buNone/>
              <a:defRPr sz="3376"/>
            </a:lvl3pPr>
            <a:lvl4pPr marL="3858859" indent="0">
              <a:buNone/>
              <a:defRPr sz="2813"/>
            </a:lvl4pPr>
            <a:lvl5pPr marL="5145146" indent="0">
              <a:buNone/>
              <a:defRPr sz="2813"/>
            </a:lvl5pPr>
            <a:lvl6pPr marL="6431432" indent="0">
              <a:buNone/>
              <a:defRPr sz="2813"/>
            </a:lvl6pPr>
            <a:lvl7pPr marL="7717719" indent="0">
              <a:buNone/>
              <a:defRPr sz="2813"/>
            </a:lvl7pPr>
            <a:lvl8pPr marL="9004005" indent="0">
              <a:buNone/>
              <a:defRPr sz="2813"/>
            </a:lvl8pPr>
            <a:lvl9pPr marL="10290292" indent="0">
              <a:buNone/>
              <a:defRPr sz="2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4A47-CC42-4846-9D3C-07EAEA0F35C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4F6A-898E-4572-BF6D-3B06EF447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370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4A47-CC42-4846-9D3C-07EAEA0F35C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4F6A-898E-4572-BF6D-3B06EF447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03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237951" y="1027252"/>
            <a:ext cx="5796588" cy="163511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48189" y="1027252"/>
            <a:ext cx="17053729" cy="163511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14A47-CC42-4846-9D3C-07EAEA0F35C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4F6A-898E-4572-BF6D-3B06EF447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78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48188" y="1027257"/>
            <a:ext cx="23186350" cy="3729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48188" y="5136261"/>
            <a:ext cx="23186350" cy="12242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48187" y="17883124"/>
            <a:ext cx="6048613" cy="10272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914A47-CC42-4846-9D3C-07EAEA0F35C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904903" y="17883124"/>
            <a:ext cx="9072920" cy="10272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985925" y="17883124"/>
            <a:ext cx="6048613" cy="10272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54F6A-898E-4572-BF6D-3B06EF447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36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572573" rtl="0" eaLnBrk="1" latinLnBrk="0" hangingPunct="1">
        <a:lnSpc>
          <a:spcPct val="90000"/>
        </a:lnSpc>
        <a:spcBef>
          <a:spcPct val="0"/>
        </a:spcBef>
        <a:buNone/>
        <a:defRPr sz="123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43143" indent="-643143" algn="l" defTabSz="2572573" rtl="0" eaLnBrk="1" latinLnBrk="0" hangingPunct="1">
        <a:lnSpc>
          <a:spcPct val="90000"/>
        </a:lnSpc>
        <a:spcBef>
          <a:spcPts val="2813"/>
        </a:spcBef>
        <a:buFont typeface="Arial" panose="020B0604020202020204" pitchFamily="34" charset="0"/>
        <a:buChar char="•"/>
        <a:defRPr sz="7878" kern="1200">
          <a:solidFill>
            <a:schemeClr val="tx1"/>
          </a:solidFill>
          <a:latin typeface="+mn-lt"/>
          <a:ea typeface="+mn-ea"/>
          <a:cs typeface="+mn-cs"/>
        </a:defRPr>
      </a:lvl1pPr>
      <a:lvl2pPr marL="1929430" indent="-643143" algn="l" defTabSz="2572573" rtl="0" eaLnBrk="1" latinLnBrk="0" hangingPunct="1">
        <a:lnSpc>
          <a:spcPct val="90000"/>
        </a:lnSpc>
        <a:spcBef>
          <a:spcPts val="1407"/>
        </a:spcBef>
        <a:buFont typeface="Arial" panose="020B0604020202020204" pitchFamily="34" charset="0"/>
        <a:buChar char="•"/>
        <a:defRPr sz="6752" kern="1200">
          <a:solidFill>
            <a:schemeClr val="tx1"/>
          </a:solidFill>
          <a:latin typeface="+mn-lt"/>
          <a:ea typeface="+mn-ea"/>
          <a:cs typeface="+mn-cs"/>
        </a:defRPr>
      </a:lvl2pPr>
      <a:lvl3pPr marL="3215716" indent="-643143" algn="l" defTabSz="2572573" rtl="0" eaLnBrk="1" latinLnBrk="0" hangingPunct="1">
        <a:lnSpc>
          <a:spcPct val="90000"/>
        </a:lnSpc>
        <a:spcBef>
          <a:spcPts val="1407"/>
        </a:spcBef>
        <a:buFont typeface="Arial" panose="020B0604020202020204" pitchFamily="34" charset="0"/>
        <a:buChar char="•"/>
        <a:defRPr sz="5627" kern="1200">
          <a:solidFill>
            <a:schemeClr val="tx1"/>
          </a:solidFill>
          <a:latin typeface="+mn-lt"/>
          <a:ea typeface="+mn-ea"/>
          <a:cs typeface="+mn-cs"/>
        </a:defRPr>
      </a:lvl3pPr>
      <a:lvl4pPr marL="4502003" indent="-643143" algn="l" defTabSz="2572573" rtl="0" eaLnBrk="1" latinLnBrk="0" hangingPunct="1">
        <a:lnSpc>
          <a:spcPct val="90000"/>
        </a:lnSpc>
        <a:spcBef>
          <a:spcPts val="1407"/>
        </a:spcBef>
        <a:buFont typeface="Arial" panose="020B0604020202020204" pitchFamily="34" charset="0"/>
        <a:buChar char="•"/>
        <a:defRPr sz="5064" kern="1200">
          <a:solidFill>
            <a:schemeClr val="tx1"/>
          </a:solidFill>
          <a:latin typeface="+mn-lt"/>
          <a:ea typeface="+mn-ea"/>
          <a:cs typeface="+mn-cs"/>
        </a:defRPr>
      </a:lvl4pPr>
      <a:lvl5pPr marL="5788289" indent="-643143" algn="l" defTabSz="2572573" rtl="0" eaLnBrk="1" latinLnBrk="0" hangingPunct="1">
        <a:lnSpc>
          <a:spcPct val="90000"/>
        </a:lnSpc>
        <a:spcBef>
          <a:spcPts val="1407"/>
        </a:spcBef>
        <a:buFont typeface="Arial" panose="020B0604020202020204" pitchFamily="34" charset="0"/>
        <a:buChar char="•"/>
        <a:defRPr sz="5064" kern="1200">
          <a:solidFill>
            <a:schemeClr val="tx1"/>
          </a:solidFill>
          <a:latin typeface="+mn-lt"/>
          <a:ea typeface="+mn-ea"/>
          <a:cs typeface="+mn-cs"/>
        </a:defRPr>
      </a:lvl5pPr>
      <a:lvl6pPr marL="7074576" indent="-643143" algn="l" defTabSz="2572573" rtl="0" eaLnBrk="1" latinLnBrk="0" hangingPunct="1">
        <a:lnSpc>
          <a:spcPct val="90000"/>
        </a:lnSpc>
        <a:spcBef>
          <a:spcPts val="1407"/>
        </a:spcBef>
        <a:buFont typeface="Arial" panose="020B0604020202020204" pitchFamily="34" charset="0"/>
        <a:buChar char="•"/>
        <a:defRPr sz="5064" kern="1200">
          <a:solidFill>
            <a:schemeClr val="tx1"/>
          </a:solidFill>
          <a:latin typeface="+mn-lt"/>
          <a:ea typeface="+mn-ea"/>
          <a:cs typeface="+mn-cs"/>
        </a:defRPr>
      </a:lvl6pPr>
      <a:lvl7pPr marL="8360862" indent="-643143" algn="l" defTabSz="2572573" rtl="0" eaLnBrk="1" latinLnBrk="0" hangingPunct="1">
        <a:lnSpc>
          <a:spcPct val="90000"/>
        </a:lnSpc>
        <a:spcBef>
          <a:spcPts val="1407"/>
        </a:spcBef>
        <a:buFont typeface="Arial" panose="020B0604020202020204" pitchFamily="34" charset="0"/>
        <a:buChar char="•"/>
        <a:defRPr sz="5064" kern="1200">
          <a:solidFill>
            <a:schemeClr val="tx1"/>
          </a:solidFill>
          <a:latin typeface="+mn-lt"/>
          <a:ea typeface="+mn-ea"/>
          <a:cs typeface="+mn-cs"/>
        </a:defRPr>
      </a:lvl7pPr>
      <a:lvl8pPr marL="9647149" indent="-643143" algn="l" defTabSz="2572573" rtl="0" eaLnBrk="1" latinLnBrk="0" hangingPunct="1">
        <a:lnSpc>
          <a:spcPct val="90000"/>
        </a:lnSpc>
        <a:spcBef>
          <a:spcPts val="1407"/>
        </a:spcBef>
        <a:buFont typeface="Arial" panose="020B0604020202020204" pitchFamily="34" charset="0"/>
        <a:buChar char="•"/>
        <a:defRPr sz="5064" kern="1200">
          <a:solidFill>
            <a:schemeClr val="tx1"/>
          </a:solidFill>
          <a:latin typeface="+mn-lt"/>
          <a:ea typeface="+mn-ea"/>
          <a:cs typeface="+mn-cs"/>
        </a:defRPr>
      </a:lvl8pPr>
      <a:lvl9pPr marL="10933435" indent="-643143" algn="l" defTabSz="2572573" rtl="0" eaLnBrk="1" latinLnBrk="0" hangingPunct="1">
        <a:lnSpc>
          <a:spcPct val="90000"/>
        </a:lnSpc>
        <a:spcBef>
          <a:spcPts val="1407"/>
        </a:spcBef>
        <a:buFont typeface="Arial" panose="020B0604020202020204" pitchFamily="34" charset="0"/>
        <a:buChar char="•"/>
        <a:defRPr sz="50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2573" rtl="0" eaLnBrk="1" latinLnBrk="0" hangingPunct="1">
        <a:defRPr sz="5064" kern="1200">
          <a:solidFill>
            <a:schemeClr val="tx1"/>
          </a:solidFill>
          <a:latin typeface="+mn-lt"/>
          <a:ea typeface="+mn-ea"/>
          <a:cs typeface="+mn-cs"/>
        </a:defRPr>
      </a:lvl1pPr>
      <a:lvl2pPr marL="1286286" algn="l" defTabSz="2572573" rtl="0" eaLnBrk="1" latinLnBrk="0" hangingPunct="1">
        <a:defRPr sz="5064" kern="1200">
          <a:solidFill>
            <a:schemeClr val="tx1"/>
          </a:solidFill>
          <a:latin typeface="+mn-lt"/>
          <a:ea typeface="+mn-ea"/>
          <a:cs typeface="+mn-cs"/>
        </a:defRPr>
      </a:lvl2pPr>
      <a:lvl3pPr marL="2572573" algn="l" defTabSz="2572573" rtl="0" eaLnBrk="1" latinLnBrk="0" hangingPunct="1">
        <a:defRPr sz="5064" kern="1200">
          <a:solidFill>
            <a:schemeClr val="tx1"/>
          </a:solidFill>
          <a:latin typeface="+mn-lt"/>
          <a:ea typeface="+mn-ea"/>
          <a:cs typeface="+mn-cs"/>
        </a:defRPr>
      </a:lvl3pPr>
      <a:lvl4pPr marL="3858859" algn="l" defTabSz="2572573" rtl="0" eaLnBrk="1" latinLnBrk="0" hangingPunct="1">
        <a:defRPr sz="5064" kern="1200">
          <a:solidFill>
            <a:schemeClr val="tx1"/>
          </a:solidFill>
          <a:latin typeface="+mn-lt"/>
          <a:ea typeface="+mn-ea"/>
          <a:cs typeface="+mn-cs"/>
        </a:defRPr>
      </a:lvl4pPr>
      <a:lvl5pPr marL="5145146" algn="l" defTabSz="2572573" rtl="0" eaLnBrk="1" latinLnBrk="0" hangingPunct="1">
        <a:defRPr sz="5064" kern="1200">
          <a:solidFill>
            <a:schemeClr val="tx1"/>
          </a:solidFill>
          <a:latin typeface="+mn-lt"/>
          <a:ea typeface="+mn-ea"/>
          <a:cs typeface="+mn-cs"/>
        </a:defRPr>
      </a:lvl5pPr>
      <a:lvl6pPr marL="6431432" algn="l" defTabSz="2572573" rtl="0" eaLnBrk="1" latinLnBrk="0" hangingPunct="1">
        <a:defRPr sz="5064" kern="1200">
          <a:solidFill>
            <a:schemeClr val="tx1"/>
          </a:solidFill>
          <a:latin typeface="+mn-lt"/>
          <a:ea typeface="+mn-ea"/>
          <a:cs typeface="+mn-cs"/>
        </a:defRPr>
      </a:lvl6pPr>
      <a:lvl7pPr marL="7717719" algn="l" defTabSz="2572573" rtl="0" eaLnBrk="1" latinLnBrk="0" hangingPunct="1">
        <a:defRPr sz="5064" kern="1200">
          <a:solidFill>
            <a:schemeClr val="tx1"/>
          </a:solidFill>
          <a:latin typeface="+mn-lt"/>
          <a:ea typeface="+mn-ea"/>
          <a:cs typeface="+mn-cs"/>
        </a:defRPr>
      </a:lvl7pPr>
      <a:lvl8pPr marL="9004005" algn="l" defTabSz="2572573" rtl="0" eaLnBrk="1" latinLnBrk="0" hangingPunct="1">
        <a:defRPr sz="5064" kern="1200">
          <a:solidFill>
            <a:schemeClr val="tx1"/>
          </a:solidFill>
          <a:latin typeface="+mn-lt"/>
          <a:ea typeface="+mn-ea"/>
          <a:cs typeface="+mn-cs"/>
        </a:defRPr>
      </a:lvl8pPr>
      <a:lvl9pPr marL="10290292" algn="l" defTabSz="2572573" rtl="0" eaLnBrk="1" latinLnBrk="0" hangingPunct="1">
        <a:defRPr sz="50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AAF6A76-F343-1537-508C-0A7E3EEC244A}"/>
              </a:ext>
            </a:extLst>
          </p:cNvPr>
          <p:cNvSpPr txBox="1"/>
          <p:nvPr/>
        </p:nvSpPr>
        <p:spPr>
          <a:xfrm>
            <a:off x="1267901" y="9603908"/>
            <a:ext cx="2177069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Multi-system Brain Disconnectivity-Dissynchrony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F0B3B2-30D9-D53F-1D6A-A60D1FDECFA3}"/>
              </a:ext>
            </a:extLst>
          </p:cNvPr>
          <p:cNvSpPr txBox="1"/>
          <p:nvPr/>
        </p:nvSpPr>
        <p:spPr>
          <a:xfrm>
            <a:off x="9487805" y="11055955"/>
            <a:ext cx="2177069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Slowed Temporal-Spatial Processing Speed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0F7C2-D662-FA96-B805-EA41153B0945}"/>
              </a:ext>
            </a:extLst>
          </p:cNvPr>
          <p:cNvSpPr txBox="1"/>
          <p:nvPr/>
        </p:nvSpPr>
        <p:spPr>
          <a:xfrm>
            <a:off x="12554758" y="9675714"/>
            <a:ext cx="2021745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Multi-sensory perception and integration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A3FC2E-B05C-CA55-52F3-FA434054A882}"/>
              </a:ext>
            </a:extLst>
          </p:cNvPr>
          <p:cNvSpPr txBox="1"/>
          <p:nvPr/>
        </p:nvSpPr>
        <p:spPr>
          <a:xfrm>
            <a:off x="12530098" y="11260550"/>
            <a:ext cx="1706911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Pattern Recognition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8A1406-9471-1FDD-F6C7-D436667662CB}"/>
              </a:ext>
            </a:extLst>
          </p:cNvPr>
          <p:cNvSpPr txBox="1"/>
          <p:nvPr/>
        </p:nvSpPr>
        <p:spPr>
          <a:xfrm>
            <a:off x="12257532" y="12751701"/>
            <a:ext cx="1730140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Sensorimotor Feedback Adjustment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425CE85-5730-E6B0-8F98-B4D07B122809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11664874" y="11537048"/>
            <a:ext cx="592658" cy="16957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F4EFBCA-4DC7-A812-F860-51D4BAFBE269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1664874" y="11537048"/>
            <a:ext cx="865224" cy="596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E2AA06F-897C-4F97-5877-4AAC17E5C698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11664874" y="10156807"/>
            <a:ext cx="889884" cy="13802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8F927A5-8D50-86F3-3EF2-7A4CDE2755E0}"/>
              </a:ext>
            </a:extLst>
          </p:cNvPr>
          <p:cNvSpPr txBox="1"/>
          <p:nvPr/>
        </p:nvSpPr>
        <p:spPr>
          <a:xfrm>
            <a:off x="19505613" y="14115758"/>
            <a:ext cx="1730140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Visuo-Motor Coordination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F00E9E-0000-5D12-47A7-31B27E46AC50}"/>
              </a:ext>
            </a:extLst>
          </p:cNvPr>
          <p:cNvSpPr txBox="1"/>
          <p:nvPr/>
        </p:nvSpPr>
        <p:spPr>
          <a:xfrm>
            <a:off x="19557896" y="15275842"/>
            <a:ext cx="1730141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Executive Function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C739F00-D53B-8DC9-4F23-E3A3F2315387}"/>
              </a:ext>
            </a:extLst>
          </p:cNvPr>
          <p:cNvCxnSpPr>
            <a:cxnSpLocks/>
            <a:stCxn id="10" idx="3"/>
            <a:endCxn id="32" idx="1"/>
          </p:cNvCxnSpPr>
          <p:nvPr/>
        </p:nvCxnSpPr>
        <p:spPr>
          <a:xfrm>
            <a:off x="13987672" y="13232794"/>
            <a:ext cx="5517941" cy="12190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DB35B9C-257D-A224-4738-972C1EF6AF43}"/>
              </a:ext>
            </a:extLst>
          </p:cNvPr>
          <p:cNvCxnSpPr>
            <a:cxnSpLocks/>
            <a:stCxn id="10" idx="3"/>
            <a:endCxn id="33" idx="1"/>
          </p:cNvCxnSpPr>
          <p:nvPr/>
        </p:nvCxnSpPr>
        <p:spPr>
          <a:xfrm>
            <a:off x="13987672" y="13232794"/>
            <a:ext cx="5570224" cy="23791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45394B8-0CAE-60D6-E000-8159289220E8}"/>
              </a:ext>
            </a:extLst>
          </p:cNvPr>
          <p:cNvSpPr txBox="1"/>
          <p:nvPr/>
        </p:nvSpPr>
        <p:spPr>
          <a:xfrm>
            <a:off x="19209974" y="16251541"/>
            <a:ext cx="2321418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Visuo-Postural Control/Adjustment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41A2DCD-8B18-6A49-E54C-675EEF6B09FD}"/>
              </a:ext>
            </a:extLst>
          </p:cNvPr>
          <p:cNvCxnSpPr>
            <a:cxnSpLocks/>
            <a:stCxn id="10" idx="3"/>
            <a:endCxn id="41" idx="1"/>
          </p:cNvCxnSpPr>
          <p:nvPr/>
        </p:nvCxnSpPr>
        <p:spPr>
          <a:xfrm>
            <a:off x="13987672" y="13232794"/>
            <a:ext cx="5222302" cy="33548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DF2C2FB-F7A2-C206-672B-77B6CA6F590C}"/>
              </a:ext>
            </a:extLst>
          </p:cNvPr>
          <p:cNvSpPr txBox="1"/>
          <p:nvPr/>
        </p:nvSpPr>
        <p:spPr>
          <a:xfrm>
            <a:off x="15973411" y="8855191"/>
            <a:ext cx="2018199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Low high-speed oculo-motor reactivity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2FBB8B3-081D-0AEE-9B14-432701C9F569}"/>
              </a:ext>
            </a:extLst>
          </p:cNvPr>
          <p:cNvSpPr txBox="1"/>
          <p:nvPr/>
        </p:nvSpPr>
        <p:spPr>
          <a:xfrm>
            <a:off x="15874053" y="7915655"/>
            <a:ext cx="2380213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Phoneme Perception and Categorization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EABCBE0-E9AA-9E99-141A-0BBD62E63E76}"/>
              </a:ext>
            </a:extLst>
          </p:cNvPr>
          <p:cNvCxnSpPr>
            <a:cxnSpLocks/>
            <a:stCxn id="8" idx="3"/>
            <a:endCxn id="52" idx="1"/>
          </p:cNvCxnSpPr>
          <p:nvPr/>
        </p:nvCxnSpPr>
        <p:spPr>
          <a:xfrm flipV="1">
            <a:off x="14576503" y="9336284"/>
            <a:ext cx="1396908" cy="8205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464EA2-776A-4445-57F9-A6B6FA89DE60}"/>
              </a:ext>
            </a:extLst>
          </p:cNvPr>
          <p:cNvCxnSpPr>
            <a:cxnSpLocks/>
            <a:stCxn id="8" idx="3"/>
            <a:endCxn id="59" idx="1"/>
          </p:cNvCxnSpPr>
          <p:nvPr/>
        </p:nvCxnSpPr>
        <p:spPr>
          <a:xfrm flipV="1">
            <a:off x="14576503" y="8251773"/>
            <a:ext cx="1297550" cy="19050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F446C62-CECB-9184-AFEA-5840B610969A}"/>
              </a:ext>
            </a:extLst>
          </p:cNvPr>
          <p:cNvSpPr txBox="1"/>
          <p:nvPr/>
        </p:nvSpPr>
        <p:spPr>
          <a:xfrm>
            <a:off x="19379263" y="8559821"/>
            <a:ext cx="1730140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Expressive and Receptive Language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6A70DB0-A55E-1990-4B5D-99AA11039110}"/>
              </a:ext>
            </a:extLst>
          </p:cNvPr>
          <p:cNvCxnSpPr>
            <a:cxnSpLocks/>
            <a:stCxn id="59" idx="3"/>
            <a:endCxn id="174" idx="1"/>
          </p:cNvCxnSpPr>
          <p:nvPr/>
        </p:nvCxnSpPr>
        <p:spPr>
          <a:xfrm flipV="1">
            <a:off x="18254266" y="7818811"/>
            <a:ext cx="1132157" cy="4329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94C8878-A40E-F0D6-A658-594A3010FAA7}"/>
              </a:ext>
            </a:extLst>
          </p:cNvPr>
          <p:cNvCxnSpPr>
            <a:cxnSpLocks/>
            <a:stCxn id="9" idx="3"/>
            <a:endCxn id="59" idx="1"/>
          </p:cNvCxnSpPr>
          <p:nvPr/>
        </p:nvCxnSpPr>
        <p:spPr>
          <a:xfrm flipV="1">
            <a:off x="14237009" y="8251773"/>
            <a:ext cx="1637044" cy="33448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93DA8A21-BF82-FBB1-E07F-EAE2197796EB}"/>
              </a:ext>
            </a:extLst>
          </p:cNvPr>
          <p:cNvSpPr txBox="1"/>
          <p:nvPr/>
        </p:nvSpPr>
        <p:spPr>
          <a:xfrm>
            <a:off x="15548460" y="12505510"/>
            <a:ext cx="2021744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Speeded Facial Expression  Recognition 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946FE59-96D8-CB7B-FA0F-9F717BEE669D}"/>
              </a:ext>
            </a:extLst>
          </p:cNvPr>
          <p:cNvCxnSpPr>
            <a:cxnSpLocks/>
            <a:stCxn id="9" idx="3"/>
            <a:endCxn id="85" idx="1"/>
          </p:cNvCxnSpPr>
          <p:nvPr/>
        </p:nvCxnSpPr>
        <p:spPr>
          <a:xfrm>
            <a:off x="14237009" y="11596668"/>
            <a:ext cx="1311451" cy="13899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4626DD74-EA82-A0A5-B164-5A1FABF6BB26}"/>
              </a:ext>
            </a:extLst>
          </p:cNvPr>
          <p:cNvSpPr txBox="1"/>
          <p:nvPr/>
        </p:nvSpPr>
        <p:spPr>
          <a:xfrm>
            <a:off x="19225822" y="13386125"/>
            <a:ext cx="2194559" cy="3822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Attention to Faces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34FAD23-165F-11DA-4FE0-10177E05D505}"/>
              </a:ext>
            </a:extLst>
          </p:cNvPr>
          <p:cNvSpPr txBox="1"/>
          <p:nvPr/>
        </p:nvSpPr>
        <p:spPr>
          <a:xfrm>
            <a:off x="19248074" y="12498341"/>
            <a:ext cx="2475718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Imitation of Moving or Emoting Faces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1013359-5E49-DD90-DC4F-A48D30C272BF}"/>
              </a:ext>
            </a:extLst>
          </p:cNvPr>
          <p:cNvSpPr txBox="1"/>
          <p:nvPr/>
        </p:nvSpPr>
        <p:spPr>
          <a:xfrm>
            <a:off x="19343525" y="10540078"/>
            <a:ext cx="2194559" cy="3822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Action Imitation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EE290AB5-987E-EACF-EDEB-6C3C088AE2AD}"/>
              </a:ext>
            </a:extLst>
          </p:cNvPr>
          <p:cNvCxnSpPr>
            <a:cxnSpLocks/>
            <a:stCxn id="85" idx="3"/>
            <a:endCxn id="90" idx="1"/>
          </p:cNvCxnSpPr>
          <p:nvPr/>
        </p:nvCxnSpPr>
        <p:spPr>
          <a:xfrm flipV="1">
            <a:off x="17570204" y="12834459"/>
            <a:ext cx="1677870" cy="1521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4DD1799-3AE8-9ACE-6914-2D7458752182}"/>
              </a:ext>
            </a:extLst>
          </p:cNvPr>
          <p:cNvCxnSpPr>
            <a:cxnSpLocks/>
            <a:stCxn id="85" idx="3"/>
            <a:endCxn id="89" idx="1"/>
          </p:cNvCxnSpPr>
          <p:nvPr/>
        </p:nvCxnSpPr>
        <p:spPr>
          <a:xfrm>
            <a:off x="17570204" y="12986603"/>
            <a:ext cx="1655618" cy="5906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CF08D97-3DE7-D1C7-A657-00BB7D0B28C1}"/>
              </a:ext>
            </a:extLst>
          </p:cNvPr>
          <p:cNvCxnSpPr>
            <a:cxnSpLocks/>
            <a:stCxn id="8" idx="3"/>
            <a:endCxn id="91" idx="1"/>
          </p:cNvCxnSpPr>
          <p:nvPr/>
        </p:nvCxnSpPr>
        <p:spPr>
          <a:xfrm>
            <a:off x="14576503" y="10156807"/>
            <a:ext cx="4767022" cy="5744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580B9A19-A619-6521-8505-E490CB2AA0F9}"/>
              </a:ext>
            </a:extLst>
          </p:cNvPr>
          <p:cNvCxnSpPr>
            <a:cxnSpLocks/>
            <a:stCxn id="9" idx="3"/>
            <a:endCxn id="91" idx="1"/>
          </p:cNvCxnSpPr>
          <p:nvPr/>
        </p:nvCxnSpPr>
        <p:spPr>
          <a:xfrm flipV="1">
            <a:off x="14237009" y="10731220"/>
            <a:ext cx="5106516" cy="8654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04BE3588-3B32-7282-86FF-AE17762959FE}"/>
              </a:ext>
            </a:extLst>
          </p:cNvPr>
          <p:cNvCxnSpPr>
            <a:cxnSpLocks/>
            <a:stCxn id="10" idx="3"/>
            <a:endCxn id="91" idx="1"/>
          </p:cNvCxnSpPr>
          <p:nvPr/>
        </p:nvCxnSpPr>
        <p:spPr>
          <a:xfrm flipV="1">
            <a:off x="13987672" y="10731220"/>
            <a:ext cx="5355853" cy="25015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7B76063A-C66A-721D-2E11-238EF18E03F5}"/>
              </a:ext>
            </a:extLst>
          </p:cNvPr>
          <p:cNvCxnSpPr>
            <a:cxnSpLocks/>
            <a:stCxn id="8" idx="3"/>
            <a:endCxn id="90" idx="1"/>
          </p:cNvCxnSpPr>
          <p:nvPr/>
        </p:nvCxnSpPr>
        <p:spPr>
          <a:xfrm>
            <a:off x="14576503" y="10156807"/>
            <a:ext cx="4671571" cy="26776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68923402-80F0-FE5C-5FE7-0AFF3EBFC65D}"/>
              </a:ext>
            </a:extLst>
          </p:cNvPr>
          <p:cNvSpPr txBox="1"/>
          <p:nvPr/>
        </p:nvSpPr>
        <p:spPr>
          <a:xfrm>
            <a:off x="19386423" y="7482693"/>
            <a:ext cx="1600987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Verbal Imitation</a:t>
            </a: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FE5E3A8B-7C99-F7C2-9E23-4CE1C8195689}"/>
              </a:ext>
            </a:extLst>
          </p:cNvPr>
          <p:cNvCxnSpPr>
            <a:cxnSpLocks/>
            <a:stCxn id="59" idx="3"/>
            <a:endCxn id="68" idx="1"/>
          </p:cNvCxnSpPr>
          <p:nvPr/>
        </p:nvCxnSpPr>
        <p:spPr>
          <a:xfrm>
            <a:off x="18254266" y="8251773"/>
            <a:ext cx="1124997" cy="7891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1CE6FF62-B343-27B0-A350-453B0F32F5F1}"/>
              </a:ext>
            </a:extLst>
          </p:cNvPr>
          <p:cNvSpPr txBox="1"/>
          <p:nvPr/>
        </p:nvSpPr>
        <p:spPr>
          <a:xfrm>
            <a:off x="24614964" y="10546973"/>
            <a:ext cx="1730140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Social Interaction</a:t>
            </a:r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D4AA5D61-1E5E-8DF8-2095-0D785D86B3C0}"/>
              </a:ext>
            </a:extLst>
          </p:cNvPr>
          <p:cNvCxnSpPr>
            <a:cxnSpLocks/>
            <a:stCxn id="89" idx="3"/>
            <a:endCxn id="182" idx="1"/>
          </p:cNvCxnSpPr>
          <p:nvPr/>
        </p:nvCxnSpPr>
        <p:spPr>
          <a:xfrm flipV="1">
            <a:off x="21420381" y="10883091"/>
            <a:ext cx="3194583" cy="26941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97C87FCA-8C62-A7FA-6479-7F307768629E}"/>
              </a:ext>
            </a:extLst>
          </p:cNvPr>
          <p:cNvCxnSpPr>
            <a:cxnSpLocks/>
            <a:stCxn id="90" idx="3"/>
            <a:endCxn id="182" idx="1"/>
          </p:cNvCxnSpPr>
          <p:nvPr/>
        </p:nvCxnSpPr>
        <p:spPr>
          <a:xfrm flipV="1">
            <a:off x="21723792" y="10883091"/>
            <a:ext cx="2891172" cy="19513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FAE7C826-AF17-E5B0-128E-0827D452CE34}"/>
              </a:ext>
            </a:extLst>
          </p:cNvPr>
          <p:cNvCxnSpPr>
            <a:cxnSpLocks/>
            <a:stCxn id="68" idx="3"/>
            <a:endCxn id="182" idx="1"/>
          </p:cNvCxnSpPr>
          <p:nvPr/>
        </p:nvCxnSpPr>
        <p:spPr>
          <a:xfrm>
            <a:off x="21109403" y="9040914"/>
            <a:ext cx="3505561" cy="18421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93561326-DA39-FED2-41FE-DCAC50EE70E4}"/>
              </a:ext>
            </a:extLst>
          </p:cNvPr>
          <p:cNvCxnSpPr>
            <a:cxnSpLocks/>
            <a:stCxn id="174" idx="3"/>
            <a:endCxn id="182" idx="1"/>
          </p:cNvCxnSpPr>
          <p:nvPr/>
        </p:nvCxnSpPr>
        <p:spPr>
          <a:xfrm>
            <a:off x="20987410" y="7818811"/>
            <a:ext cx="3627554" cy="30642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EFA73346-91F9-6876-65D0-DC40B021245E}"/>
              </a:ext>
            </a:extLst>
          </p:cNvPr>
          <p:cNvCxnSpPr>
            <a:cxnSpLocks/>
            <a:stCxn id="91" idx="3"/>
            <a:endCxn id="182" idx="1"/>
          </p:cNvCxnSpPr>
          <p:nvPr/>
        </p:nvCxnSpPr>
        <p:spPr>
          <a:xfrm>
            <a:off x="21538084" y="10731220"/>
            <a:ext cx="3076880" cy="1518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AC61895A-40D6-184D-3DEF-C44EC1825599}"/>
              </a:ext>
            </a:extLst>
          </p:cNvPr>
          <p:cNvCxnSpPr>
            <a:cxnSpLocks/>
            <a:stCxn id="32" idx="3"/>
            <a:endCxn id="182" idx="1"/>
          </p:cNvCxnSpPr>
          <p:nvPr/>
        </p:nvCxnSpPr>
        <p:spPr>
          <a:xfrm flipV="1">
            <a:off x="21235753" y="10883091"/>
            <a:ext cx="3379211" cy="35687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539C2417-6A10-8BBF-03A6-AB9EA2D52CD1}"/>
              </a:ext>
            </a:extLst>
          </p:cNvPr>
          <p:cNvCxnSpPr>
            <a:cxnSpLocks/>
            <a:stCxn id="33" idx="3"/>
            <a:endCxn id="182" idx="1"/>
          </p:cNvCxnSpPr>
          <p:nvPr/>
        </p:nvCxnSpPr>
        <p:spPr>
          <a:xfrm flipV="1">
            <a:off x="21288037" y="10883091"/>
            <a:ext cx="3326927" cy="47288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5B23E4E5-F17D-2C4B-6389-17B85339B470}"/>
              </a:ext>
            </a:extLst>
          </p:cNvPr>
          <p:cNvCxnSpPr>
            <a:cxnSpLocks/>
            <a:stCxn id="41" idx="3"/>
            <a:endCxn id="182" idx="1"/>
          </p:cNvCxnSpPr>
          <p:nvPr/>
        </p:nvCxnSpPr>
        <p:spPr>
          <a:xfrm flipV="1">
            <a:off x="21531392" y="10883091"/>
            <a:ext cx="3083572" cy="57045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CE389E95-30C2-8943-7239-B9692880C7FD}"/>
              </a:ext>
            </a:extLst>
          </p:cNvPr>
          <p:cNvSpPr txBox="1"/>
          <p:nvPr/>
        </p:nvSpPr>
        <p:spPr>
          <a:xfrm>
            <a:off x="12937285" y="5719715"/>
            <a:ext cx="2021744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Visuo-Spatial Attention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1BFE845D-EB15-DDA7-E4F7-EBD0CF2CF008}"/>
              </a:ext>
            </a:extLst>
          </p:cNvPr>
          <p:cNvSpPr txBox="1"/>
          <p:nvPr/>
        </p:nvSpPr>
        <p:spPr>
          <a:xfrm>
            <a:off x="15792212" y="5381859"/>
            <a:ext cx="2046584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Orienting Visual-Spatial Attention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ABE31ECB-D602-F499-20DD-FDCF0461A8DD}"/>
              </a:ext>
            </a:extLst>
          </p:cNvPr>
          <p:cNvSpPr txBox="1"/>
          <p:nvPr/>
        </p:nvSpPr>
        <p:spPr>
          <a:xfrm>
            <a:off x="15841256" y="6207250"/>
            <a:ext cx="2018199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Shifting Visual-Spatial Attention</a:t>
            </a:r>
          </a:p>
        </p:txBody>
      </p: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70D4C0CF-2D46-6122-8F22-D0847714E63E}"/>
              </a:ext>
            </a:extLst>
          </p:cNvPr>
          <p:cNvCxnSpPr>
            <a:cxnSpLocks/>
            <a:stCxn id="7" idx="3"/>
            <a:endCxn id="259" idx="1"/>
          </p:cNvCxnSpPr>
          <p:nvPr/>
        </p:nvCxnSpPr>
        <p:spPr>
          <a:xfrm flipV="1">
            <a:off x="11664874" y="6055833"/>
            <a:ext cx="1272411" cy="54812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FE41C370-5AA8-3191-1FC4-F535BC7E6E75}"/>
              </a:ext>
            </a:extLst>
          </p:cNvPr>
          <p:cNvCxnSpPr>
            <a:cxnSpLocks/>
            <a:stCxn id="259" idx="3"/>
            <a:endCxn id="260" idx="1"/>
          </p:cNvCxnSpPr>
          <p:nvPr/>
        </p:nvCxnSpPr>
        <p:spPr>
          <a:xfrm flipV="1">
            <a:off x="14959029" y="5717977"/>
            <a:ext cx="833183" cy="3378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304FE01F-6C81-C4CD-A5E0-E551CCE7A206}"/>
              </a:ext>
            </a:extLst>
          </p:cNvPr>
          <p:cNvCxnSpPr>
            <a:cxnSpLocks/>
            <a:stCxn id="259" idx="3"/>
            <a:endCxn id="261" idx="1"/>
          </p:cNvCxnSpPr>
          <p:nvPr/>
        </p:nvCxnSpPr>
        <p:spPr>
          <a:xfrm>
            <a:off x="14959029" y="6055833"/>
            <a:ext cx="882227" cy="4875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TextBox 279">
            <a:extLst>
              <a:ext uri="{FF2B5EF4-FFF2-40B4-BE49-F238E27FC236}">
                <a16:creationId xmlns:a16="http://schemas.microsoft.com/office/drawing/2014/main" id="{798D154A-8FE5-FA78-4D77-A1F92EE3CBDA}"/>
              </a:ext>
            </a:extLst>
          </p:cNvPr>
          <p:cNvSpPr txBox="1"/>
          <p:nvPr/>
        </p:nvSpPr>
        <p:spPr>
          <a:xfrm>
            <a:off x="12330132" y="3607801"/>
            <a:ext cx="2246371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Enhanced Static Stimuli Attention</a:t>
            </a:r>
          </a:p>
        </p:txBody>
      </p: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CEC737F0-C6F7-272F-979E-F153D0734112}"/>
              </a:ext>
            </a:extLst>
          </p:cNvPr>
          <p:cNvCxnSpPr>
            <a:cxnSpLocks/>
            <a:stCxn id="7" idx="3"/>
            <a:endCxn id="280" idx="1"/>
          </p:cNvCxnSpPr>
          <p:nvPr/>
        </p:nvCxnSpPr>
        <p:spPr>
          <a:xfrm flipV="1">
            <a:off x="11664874" y="3943919"/>
            <a:ext cx="665258" cy="75931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TextBox 295">
            <a:extLst>
              <a:ext uri="{FF2B5EF4-FFF2-40B4-BE49-F238E27FC236}">
                <a16:creationId xmlns:a16="http://schemas.microsoft.com/office/drawing/2014/main" id="{7E944521-76ED-1EB0-62A5-7F50A278C3CE}"/>
              </a:ext>
            </a:extLst>
          </p:cNvPr>
          <p:cNvSpPr txBox="1"/>
          <p:nvPr/>
        </p:nvSpPr>
        <p:spPr>
          <a:xfrm>
            <a:off x="15817052" y="3495327"/>
            <a:ext cx="2021745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Enhanced spatial memory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9808F36B-2252-F1CD-C47A-62476BDFBAB0}"/>
              </a:ext>
            </a:extLst>
          </p:cNvPr>
          <p:cNvSpPr txBox="1"/>
          <p:nvPr/>
        </p:nvSpPr>
        <p:spPr>
          <a:xfrm>
            <a:off x="15817052" y="4299086"/>
            <a:ext cx="2021745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Enhanced pitch discrimination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34A9191C-9C2D-E081-1B2E-7ED2A4E628BF}"/>
              </a:ext>
            </a:extLst>
          </p:cNvPr>
          <p:cNvSpPr txBox="1"/>
          <p:nvPr/>
        </p:nvSpPr>
        <p:spPr>
          <a:xfrm>
            <a:off x="15817052" y="2661810"/>
            <a:ext cx="2021745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Weak Central Coherence</a:t>
            </a:r>
          </a:p>
        </p:txBody>
      </p:sp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9BE49BC8-DD61-9F82-0A35-B428321119B7}"/>
              </a:ext>
            </a:extLst>
          </p:cNvPr>
          <p:cNvCxnSpPr>
            <a:cxnSpLocks/>
            <a:stCxn id="280" idx="3"/>
            <a:endCxn id="298" idx="1"/>
          </p:cNvCxnSpPr>
          <p:nvPr/>
        </p:nvCxnSpPr>
        <p:spPr>
          <a:xfrm flipV="1">
            <a:off x="14576503" y="2997928"/>
            <a:ext cx="1240549" cy="9459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Arrow Connector 331">
            <a:extLst>
              <a:ext uri="{FF2B5EF4-FFF2-40B4-BE49-F238E27FC236}">
                <a16:creationId xmlns:a16="http://schemas.microsoft.com/office/drawing/2014/main" id="{6F9717D8-FB0D-84A1-ADA0-8F263D5B6AEE}"/>
              </a:ext>
            </a:extLst>
          </p:cNvPr>
          <p:cNvCxnSpPr>
            <a:cxnSpLocks/>
            <a:stCxn id="280" idx="3"/>
            <a:endCxn id="297" idx="1"/>
          </p:cNvCxnSpPr>
          <p:nvPr/>
        </p:nvCxnSpPr>
        <p:spPr>
          <a:xfrm>
            <a:off x="14576503" y="3943919"/>
            <a:ext cx="1240549" cy="6912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Arrow Connector 334">
            <a:extLst>
              <a:ext uri="{FF2B5EF4-FFF2-40B4-BE49-F238E27FC236}">
                <a16:creationId xmlns:a16="http://schemas.microsoft.com/office/drawing/2014/main" id="{C3DB3C82-77FF-77F8-0DF2-7299223136A1}"/>
              </a:ext>
            </a:extLst>
          </p:cNvPr>
          <p:cNvCxnSpPr>
            <a:cxnSpLocks/>
            <a:stCxn id="280" idx="3"/>
            <a:endCxn id="296" idx="1"/>
          </p:cNvCxnSpPr>
          <p:nvPr/>
        </p:nvCxnSpPr>
        <p:spPr>
          <a:xfrm flipV="1">
            <a:off x="14576503" y="3831445"/>
            <a:ext cx="1240549" cy="1124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TextBox 378">
            <a:extLst>
              <a:ext uri="{FF2B5EF4-FFF2-40B4-BE49-F238E27FC236}">
                <a16:creationId xmlns:a16="http://schemas.microsoft.com/office/drawing/2014/main" id="{C53785F8-91D3-0185-8B70-BA0553128D01}"/>
              </a:ext>
            </a:extLst>
          </p:cNvPr>
          <p:cNvSpPr txBox="1"/>
          <p:nvPr/>
        </p:nvSpPr>
        <p:spPr>
          <a:xfrm>
            <a:off x="19457572" y="9893859"/>
            <a:ext cx="2018198" cy="3822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Eye contact</a:t>
            </a:r>
          </a:p>
        </p:txBody>
      </p:sp>
      <p:cxnSp>
        <p:nvCxnSpPr>
          <p:cNvPr id="385" name="Straight Arrow Connector 384">
            <a:extLst>
              <a:ext uri="{FF2B5EF4-FFF2-40B4-BE49-F238E27FC236}">
                <a16:creationId xmlns:a16="http://schemas.microsoft.com/office/drawing/2014/main" id="{40015398-8271-9EFC-A1BF-EED1FFEA5C67}"/>
              </a:ext>
            </a:extLst>
          </p:cNvPr>
          <p:cNvCxnSpPr>
            <a:cxnSpLocks/>
            <a:stCxn id="52" idx="3"/>
            <a:endCxn id="379" idx="1"/>
          </p:cNvCxnSpPr>
          <p:nvPr/>
        </p:nvCxnSpPr>
        <p:spPr>
          <a:xfrm>
            <a:off x="17991610" y="9336284"/>
            <a:ext cx="1465962" cy="7487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901FC8B1-2396-A280-A990-91677C349C12}"/>
              </a:ext>
            </a:extLst>
          </p:cNvPr>
          <p:cNvCxnSpPr>
            <a:cxnSpLocks/>
            <a:stCxn id="85" idx="3"/>
            <a:endCxn id="379" idx="1"/>
          </p:cNvCxnSpPr>
          <p:nvPr/>
        </p:nvCxnSpPr>
        <p:spPr>
          <a:xfrm flipV="1">
            <a:off x="17570204" y="10085001"/>
            <a:ext cx="1887368" cy="29016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9738DA49-E048-F980-46CE-814F22255A5A}"/>
              </a:ext>
            </a:extLst>
          </p:cNvPr>
          <p:cNvCxnSpPr>
            <a:cxnSpLocks/>
            <a:stCxn id="379" idx="3"/>
            <a:endCxn id="182" idx="1"/>
          </p:cNvCxnSpPr>
          <p:nvPr/>
        </p:nvCxnSpPr>
        <p:spPr>
          <a:xfrm>
            <a:off x="21475770" y="10085001"/>
            <a:ext cx="3139194" cy="7980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TextBox 401">
            <a:extLst>
              <a:ext uri="{FF2B5EF4-FFF2-40B4-BE49-F238E27FC236}">
                <a16:creationId xmlns:a16="http://schemas.microsoft.com/office/drawing/2014/main" id="{9B01632D-59F0-40AA-F62A-1741FD8C5C4D}"/>
              </a:ext>
            </a:extLst>
          </p:cNvPr>
          <p:cNvSpPr txBox="1"/>
          <p:nvPr/>
        </p:nvSpPr>
        <p:spPr>
          <a:xfrm>
            <a:off x="24574931" y="14949576"/>
            <a:ext cx="1730142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Repetitive and Stereotyped Behaviors</a:t>
            </a:r>
          </a:p>
        </p:txBody>
      </p:sp>
      <p:cxnSp>
        <p:nvCxnSpPr>
          <p:cNvPr id="410" name="Straight Arrow Connector 409">
            <a:extLst>
              <a:ext uri="{FF2B5EF4-FFF2-40B4-BE49-F238E27FC236}">
                <a16:creationId xmlns:a16="http://schemas.microsoft.com/office/drawing/2014/main" id="{410477EE-4DD3-C64E-C9A4-65D260C7ABE4}"/>
              </a:ext>
            </a:extLst>
          </p:cNvPr>
          <p:cNvCxnSpPr>
            <a:cxnSpLocks/>
            <a:stCxn id="32" idx="3"/>
            <a:endCxn id="402" idx="1"/>
          </p:cNvCxnSpPr>
          <p:nvPr/>
        </p:nvCxnSpPr>
        <p:spPr>
          <a:xfrm>
            <a:off x="21235753" y="14451876"/>
            <a:ext cx="3339178" cy="9787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83892DEF-96C7-CA34-5494-5F481DAB5276}"/>
              </a:ext>
            </a:extLst>
          </p:cNvPr>
          <p:cNvCxnSpPr>
            <a:cxnSpLocks/>
            <a:stCxn id="41" idx="3"/>
            <a:endCxn id="402" idx="1"/>
          </p:cNvCxnSpPr>
          <p:nvPr/>
        </p:nvCxnSpPr>
        <p:spPr>
          <a:xfrm flipV="1">
            <a:off x="21531392" y="15430669"/>
            <a:ext cx="3043539" cy="11569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>
            <a:extLst>
              <a:ext uri="{FF2B5EF4-FFF2-40B4-BE49-F238E27FC236}">
                <a16:creationId xmlns:a16="http://schemas.microsoft.com/office/drawing/2014/main" id="{6D6D6082-8EB4-1BAA-7B46-22D704A78D66}"/>
              </a:ext>
            </a:extLst>
          </p:cNvPr>
          <p:cNvSpPr txBox="1"/>
          <p:nvPr/>
        </p:nvSpPr>
        <p:spPr>
          <a:xfrm>
            <a:off x="15896794" y="16296547"/>
            <a:ext cx="2049252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Proprioceptive Flow Processing</a:t>
            </a:r>
          </a:p>
        </p:txBody>
      </p:sp>
      <p:cxnSp>
        <p:nvCxnSpPr>
          <p:cNvPr id="423" name="Straight Arrow Connector 422">
            <a:extLst>
              <a:ext uri="{FF2B5EF4-FFF2-40B4-BE49-F238E27FC236}">
                <a16:creationId xmlns:a16="http://schemas.microsoft.com/office/drawing/2014/main" id="{6F34B255-2DCA-A06F-00C2-1EE136D98CB4}"/>
              </a:ext>
            </a:extLst>
          </p:cNvPr>
          <p:cNvCxnSpPr>
            <a:cxnSpLocks/>
            <a:stCxn id="10" idx="3"/>
            <a:endCxn id="421" idx="1"/>
          </p:cNvCxnSpPr>
          <p:nvPr/>
        </p:nvCxnSpPr>
        <p:spPr>
          <a:xfrm>
            <a:off x="13987672" y="13232794"/>
            <a:ext cx="1909122" cy="33998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C00FAF0D-FF0A-0532-3051-CB36E536C69C}"/>
              </a:ext>
            </a:extLst>
          </p:cNvPr>
          <p:cNvCxnSpPr>
            <a:cxnSpLocks/>
            <a:stCxn id="6" idx="3"/>
            <a:endCxn id="438" idx="1"/>
          </p:cNvCxnSpPr>
          <p:nvPr/>
        </p:nvCxnSpPr>
        <p:spPr>
          <a:xfrm flipV="1">
            <a:off x="3444970" y="7915655"/>
            <a:ext cx="1439473" cy="21693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TextBox 437">
            <a:extLst>
              <a:ext uri="{FF2B5EF4-FFF2-40B4-BE49-F238E27FC236}">
                <a16:creationId xmlns:a16="http://schemas.microsoft.com/office/drawing/2014/main" id="{8DAB446C-2FFB-5D20-B364-78F44FA3FB85}"/>
              </a:ext>
            </a:extLst>
          </p:cNvPr>
          <p:cNvSpPr txBox="1"/>
          <p:nvPr/>
        </p:nvSpPr>
        <p:spPr>
          <a:xfrm>
            <a:off x="4884443" y="7434562"/>
            <a:ext cx="2021744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Increased Local Connectivity and Synchronization</a:t>
            </a: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8EB09B6A-1EE3-B75B-6C0B-ED1F0DD3EC65}"/>
              </a:ext>
            </a:extLst>
          </p:cNvPr>
          <p:cNvSpPr txBox="1"/>
          <p:nvPr/>
        </p:nvSpPr>
        <p:spPr>
          <a:xfrm>
            <a:off x="5019746" y="11040432"/>
            <a:ext cx="2177070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Decreased Global Connectivity and Synchronization</a:t>
            </a:r>
          </a:p>
        </p:txBody>
      </p:sp>
      <p:cxnSp>
        <p:nvCxnSpPr>
          <p:cNvPr id="441" name="Straight Arrow Connector 440">
            <a:extLst>
              <a:ext uri="{FF2B5EF4-FFF2-40B4-BE49-F238E27FC236}">
                <a16:creationId xmlns:a16="http://schemas.microsoft.com/office/drawing/2014/main" id="{7F1D8B30-7E34-D66C-51F8-94018781DF21}"/>
              </a:ext>
            </a:extLst>
          </p:cNvPr>
          <p:cNvCxnSpPr>
            <a:cxnSpLocks/>
            <a:stCxn id="6" idx="3"/>
            <a:endCxn id="439" idx="1"/>
          </p:cNvCxnSpPr>
          <p:nvPr/>
        </p:nvCxnSpPr>
        <p:spPr>
          <a:xfrm>
            <a:off x="3444970" y="10085001"/>
            <a:ext cx="1574776" cy="14365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Arrow Connector 452">
            <a:extLst>
              <a:ext uri="{FF2B5EF4-FFF2-40B4-BE49-F238E27FC236}">
                <a16:creationId xmlns:a16="http://schemas.microsoft.com/office/drawing/2014/main" id="{58BFCBD7-237F-8CE3-148F-1094B5F40013}"/>
              </a:ext>
            </a:extLst>
          </p:cNvPr>
          <p:cNvCxnSpPr>
            <a:cxnSpLocks/>
            <a:stCxn id="438" idx="3"/>
            <a:endCxn id="280" idx="1"/>
          </p:cNvCxnSpPr>
          <p:nvPr/>
        </p:nvCxnSpPr>
        <p:spPr>
          <a:xfrm flipV="1">
            <a:off x="6906187" y="3943919"/>
            <a:ext cx="5423945" cy="39717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Arrow Connector 455">
            <a:extLst>
              <a:ext uri="{FF2B5EF4-FFF2-40B4-BE49-F238E27FC236}">
                <a16:creationId xmlns:a16="http://schemas.microsoft.com/office/drawing/2014/main" id="{299959AC-49F1-B50F-2B0D-FFC5F7C11A96}"/>
              </a:ext>
            </a:extLst>
          </p:cNvPr>
          <p:cNvCxnSpPr>
            <a:cxnSpLocks/>
            <a:stCxn id="439" idx="3"/>
            <a:endCxn id="7" idx="1"/>
          </p:cNvCxnSpPr>
          <p:nvPr/>
        </p:nvCxnSpPr>
        <p:spPr>
          <a:xfrm>
            <a:off x="7196816" y="11521526"/>
            <a:ext cx="2290988" cy="155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C8194040-8FA9-C7B4-4728-EB9B05A61FFB}"/>
              </a:ext>
            </a:extLst>
          </p:cNvPr>
          <p:cNvCxnSpPr>
            <a:cxnSpLocks/>
            <a:stCxn id="421" idx="3"/>
            <a:endCxn id="41" idx="1"/>
          </p:cNvCxnSpPr>
          <p:nvPr/>
        </p:nvCxnSpPr>
        <p:spPr>
          <a:xfrm flipV="1">
            <a:off x="17946046" y="16587659"/>
            <a:ext cx="1263928" cy="450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TextBox 612">
            <a:extLst>
              <a:ext uri="{FF2B5EF4-FFF2-40B4-BE49-F238E27FC236}">
                <a16:creationId xmlns:a16="http://schemas.microsoft.com/office/drawing/2014/main" id="{D9EB4059-4C17-F61B-0976-8CE1F2DC869F}"/>
              </a:ext>
            </a:extLst>
          </p:cNvPr>
          <p:cNvSpPr txBox="1"/>
          <p:nvPr/>
        </p:nvSpPr>
        <p:spPr>
          <a:xfrm>
            <a:off x="7444958" y="9325438"/>
            <a:ext cx="1730140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Reduced Cerebellar Connectivity</a:t>
            </a:r>
          </a:p>
        </p:txBody>
      </p:sp>
      <p:cxnSp>
        <p:nvCxnSpPr>
          <p:cNvPr id="624" name="Straight Arrow Connector 623">
            <a:extLst>
              <a:ext uri="{FF2B5EF4-FFF2-40B4-BE49-F238E27FC236}">
                <a16:creationId xmlns:a16="http://schemas.microsoft.com/office/drawing/2014/main" id="{4DAE2B16-DD3A-FC18-CAE0-621CCE9610F5}"/>
              </a:ext>
            </a:extLst>
          </p:cNvPr>
          <p:cNvCxnSpPr>
            <a:cxnSpLocks/>
            <a:stCxn id="439" idx="3"/>
            <a:endCxn id="613" idx="2"/>
          </p:cNvCxnSpPr>
          <p:nvPr/>
        </p:nvCxnSpPr>
        <p:spPr>
          <a:xfrm flipV="1">
            <a:off x="7196816" y="10287625"/>
            <a:ext cx="1113212" cy="1233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Arrow Connector 624">
            <a:extLst>
              <a:ext uri="{FF2B5EF4-FFF2-40B4-BE49-F238E27FC236}">
                <a16:creationId xmlns:a16="http://schemas.microsoft.com/office/drawing/2014/main" id="{E6C7D94C-4F56-C335-3704-5F788BF0622D}"/>
              </a:ext>
            </a:extLst>
          </p:cNvPr>
          <p:cNvCxnSpPr>
            <a:cxnSpLocks/>
            <a:stCxn id="613" idx="2"/>
            <a:endCxn id="7" idx="1"/>
          </p:cNvCxnSpPr>
          <p:nvPr/>
        </p:nvCxnSpPr>
        <p:spPr>
          <a:xfrm>
            <a:off x="8310028" y="10287624"/>
            <a:ext cx="1177776" cy="12494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0" name="TextBox 669">
            <a:extLst>
              <a:ext uri="{FF2B5EF4-FFF2-40B4-BE49-F238E27FC236}">
                <a16:creationId xmlns:a16="http://schemas.microsoft.com/office/drawing/2014/main" id="{5E266998-DF2F-F9E1-EDFC-CCED313E726C}"/>
              </a:ext>
            </a:extLst>
          </p:cNvPr>
          <p:cNvSpPr txBox="1"/>
          <p:nvPr/>
        </p:nvSpPr>
        <p:spPr>
          <a:xfrm>
            <a:off x="19414457" y="11788765"/>
            <a:ext cx="1992763" cy="3822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Empathizing</a:t>
            </a:r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CD79DACD-7870-1716-0FD0-14F184F4FB2A}"/>
              </a:ext>
            </a:extLst>
          </p:cNvPr>
          <p:cNvSpPr txBox="1"/>
          <p:nvPr/>
        </p:nvSpPr>
        <p:spPr>
          <a:xfrm>
            <a:off x="19469875" y="11206246"/>
            <a:ext cx="1992763" cy="3822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Mindblindness</a:t>
            </a:r>
          </a:p>
        </p:txBody>
      </p:sp>
      <p:cxnSp>
        <p:nvCxnSpPr>
          <p:cNvPr id="691" name="Straight Arrow Connector 690">
            <a:extLst>
              <a:ext uri="{FF2B5EF4-FFF2-40B4-BE49-F238E27FC236}">
                <a16:creationId xmlns:a16="http://schemas.microsoft.com/office/drawing/2014/main" id="{8F4EE597-49A4-EB19-3137-2964C81E909E}"/>
              </a:ext>
            </a:extLst>
          </p:cNvPr>
          <p:cNvCxnSpPr>
            <a:cxnSpLocks/>
            <a:stCxn id="671" idx="3"/>
            <a:endCxn id="182" idx="1"/>
          </p:cNvCxnSpPr>
          <p:nvPr/>
        </p:nvCxnSpPr>
        <p:spPr>
          <a:xfrm flipV="1">
            <a:off x="21462638" y="10883091"/>
            <a:ext cx="3152326" cy="5142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Straight Arrow Connector 695">
            <a:extLst>
              <a:ext uri="{FF2B5EF4-FFF2-40B4-BE49-F238E27FC236}">
                <a16:creationId xmlns:a16="http://schemas.microsoft.com/office/drawing/2014/main" id="{B2D00003-93EE-EBE1-6D56-3E12573D7D2A}"/>
              </a:ext>
            </a:extLst>
          </p:cNvPr>
          <p:cNvCxnSpPr>
            <a:cxnSpLocks/>
            <a:stCxn id="670" idx="3"/>
            <a:endCxn id="182" idx="1"/>
          </p:cNvCxnSpPr>
          <p:nvPr/>
        </p:nvCxnSpPr>
        <p:spPr>
          <a:xfrm flipV="1">
            <a:off x="21407220" y="10883091"/>
            <a:ext cx="3207744" cy="10968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Straight Arrow Connector 762">
            <a:extLst>
              <a:ext uri="{FF2B5EF4-FFF2-40B4-BE49-F238E27FC236}">
                <a16:creationId xmlns:a16="http://schemas.microsoft.com/office/drawing/2014/main" id="{99DEDBF1-F5CE-4FC5-0B4F-D720902A8C66}"/>
              </a:ext>
            </a:extLst>
          </p:cNvPr>
          <p:cNvCxnSpPr>
            <a:cxnSpLocks/>
            <a:endCxn id="671" idx="1"/>
          </p:cNvCxnSpPr>
          <p:nvPr/>
        </p:nvCxnSpPr>
        <p:spPr>
          <a:xfrm flipV="1">
            <a:off x="17696070" y="11397388"/>
            <a:ext cx="1773805" cy="14808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2" name="Straight Arrow Connector 771">
            <a:extLst>
              <a:ext uri="{FF2B5EF4-FFF2-40B4-BE49-F238E27FC236}">
                <a16:creationId xmlns:a16="http://schemas.microsoft.com/office/drawing/2014/main" id="{C8FB3AE3-F098-29A3-E572-8501C7AFB402}"/>
              </a:ext>
            </a:extLst>
          </p:cNvPr>
          <p:cNvCxnSpPr>
            <a:cxnSpLocks/>
            <a:stCxn id="85" idx="3"/>
            <a:endCxn id="670" idx="1"/>
          </p:cNvCxnSpPr>
          <p:nvPr/>
        </p:nvCxnSpPr>
        <p:spPr>
          <a:xfrm flipV="1">
            <a:off x="17570204" y="11979907"/>
            <a:ext cx="1844253" cy="1006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047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AAF6A76-F343-1537-508C-0A7E3EEC244A}"/>
              </a:ext>
            </a:extLst>
          </p:cNvPr>
          <p:cNvSpPr txBox="1"/>
          <p:nvPr/>
        </p:nvSpPr>
        <p:spPr>
          <a:xfrm>
            <a:off x="1267901" y="9603908"/>
            <a:ext cx="2177069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>
                <a:highlight>
                  <a:srgbClr val="00FF00"/>
                </a:highlight>
              </a:rPr>
              <a:t>Multi-system Brain Disconnectivity-Dissynchrony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F0B3B2-30D9-D53F-1D6A-A60D1FDECFA3}"/>
              </a:ext>
            </a:extLst>
          </p:cNvPr>
          <p:cNvSpPr txBox="1"/>
          <p:nvPr/>
        </p:nvSpPr>
        <p:spPr>
          <a:xfrm>
            <a:off x="9487805" y="11055955"/>
            <a:ext cx="2177069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>
                <a:highlight>
                  <a:srgbClr val="00FF00"/>
                </a:highlight>
              </a:rPr>
              <a:t>Slowed Temporal-Spatial Processing Speed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0F7C2-D662-FA96-B805-EA41153B0945}"/>
              </a:ext>
            </a:extLst>
          </p:cNvPr>
          <p:cNvSpPr txBox="1"/>
          <p:nvPr/>
        </p:nvSpPr>
        <p:spPr>
          <a:xfrm>
            <a:off x="12554758" y="9675714"/>
            <a:ext cx="2021745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>
                <a:highlight>
                  <a:srgbClr val="00FF00"/>
                </a:highlight>
              </a:rPr>
              <a:t>Multi-sensory perception and integration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A3FC2E-B05C-CA55-52F3-FA434054A882}"/>
              </a:ext>
            </a:extLst>
          </p:cNvPr>
          <p:cNvSpPr txBox="1"/>
          <p:nvPr/>
        </p:nvSpPr>
        <p:spPr>
          <a:xfrm>
            <a:off x="12530098" y="11260550"/>
            <a:ext cx="1706911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>
                <a:highlight>
                  <a:srgbClr val="00FF00"/>
                </a:highlight>
              </a:rPr>
              <a:t>Pattern Recognition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8A1406-9471-1FDD-F6C7-D436667662CB}"/>
              </a:ext>
            </a:extLst>
          </p:cNvPr>
          <p:cNvSpPr txBox="1"/>
          <p:nvPr/>
        </p:nvSpPr>
        <p:spPr>
          <a:xfrm>
            <a:off x="12257532" y="12751701"/>
            <a:ext cx="1730140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>
                <a:highlight>
                  <a:srgbClr val="00FF00"/>
                </a:highlight>
              </a:rPr>
              <a:t>Sensorimotor Feedback Adjustment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425CE85-5730-E6B0-8F98-B4D07B122809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11664874" y="11537048"/>
            <a:ext cx="592658" cy="16957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F4EFBCA-4DC7-A812-F860-51D4BAFBE269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1664874" y="11537048"/>
            <a:ext cx="865224" cy="596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E2AA06F-897C-4F97-5877-4AAC17E5C698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11664874" y="10156807"/>
            <a:ext cx="889884" cy="13802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8F927A5-8D50-86F3-3EF2-7A4CDE2755E0}"/>
              </a:ext>
            </a:extLst>
          </p:cNvPr>
          <p:cNvSpPr txBox="1"/>
          <p:nvPr/>
        </p:nvSpPr>
        <p:spPr>
          <a:xfrm>
            <a:off x="19505613" y="14115758"/>
            <a:ext cx="1730140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Visuo-Motor Coordination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F00E9E-0000-5D12-47A7-31B27E46AC50}"/>
              </a:ext>
            </a:extLst>
          </p:cNvPr>
          <p:cNvSpPr txBox="1"/>
          <p:nvPr/>
        </p:nvSpPr>
        <p:spPr>
          <a:xfrm>
            <a:off x="19557896" y="15275842"/>
            <a:ext cx="1730141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Executive Function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C739F00-D53B-8DC9-4F23-E3A3F2315387}"/>
              </a:ext>
            </a:extLst>
          </p:cNvPr>
          <p:cNvCxnSpPr>
            <a:cxnSpLocks/>
            <a:stCxn id="10" idx="3"/>
            <a:endCxn id="32" idx="1"/>
          </p:cNvCxnSpPr>
          <p:nvPr/>
        </p:nvCxnSpPr>
        <p:spPr>
          <a:xfrm>
            <a:off x="13987672" y="13232794"/>
            <a:ext cx="5517941" cy="12190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DB35B9C-257D-A224-4738-972C1EF6AF43}"/>
              </a:ext>
            </a:extLst>
          </p:cNvPr>
          <p:cNvCxnSpPr>
            <a:cxnSpLocks/>
            <a:stCxn id="10" idx="3"/>
            <a:endCxn id="33" idx="1"/>
          </p:cNvCxnSpPr>
          <p:nvPr/>
        </p:nvCxnSpPr>
        <p:spPr>
          <a:xfrm>
            <a:off x="13987672" y="13232794"/>
            <a:ext cx="5570224" cy="23791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45394B8-0CAE-60D6-E000-8159289220E8}"/>
              </a:ext>
            </a:extLst>
          </p:cNvPr>
          <p:cNvSpPr txBox="1"/>
          <p:nvPr/>
        </p:nvSpPr>
        <p:spPr>
          <a:xfrm>
            <a:off x="19209974" y="16251541"/>
            <a:ext cx="2321418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Visuo-Postural Control/Adjustment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41A2DCD-8B18-6A49-E54C-675EEF6B09FD}"/>
              </a:ext>
            </a:extLst>
          </p:cNvPr>
          <p:cNvCxnSpPr>
            <a:cxnSpLocks/>
            <a:stCxn id="10" idx="3"/>
            <a:endCxn id="41" idx="1"/>
          </p:cNvCxnSpPr>
          <p:nvPr/>
        </p:nvCxnSpPr>
        <p:spPr>
          <a:xfrm>
            <a:off x="13987672" y="13232794"/>
            <a:ext cx="5222302" cy="33548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DF2C2FB-F7A2-C206-672B-77B6CA6F590C}"/>
              </a:ext>
            </a:extLst>
          </p:cNvPr>
          <p:cNvSpPr txBox="1"/>
          <p:nvPr/>
        </p:nvSpPr>
        <p:spPr>
          <a:xfrm>
            <a:off x="15973411" y="8855191"/>
            <a:ext cx="2018199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Low high-speed oculo-motor reactivity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2FBB8B3-081D-0AEE-9B14-432701C9F569}"/>
              </a:ext>
            </a:extLst>
          </p:cNvPr>
          <p:cNvSpPr txBox="1"/>
          <p:nvPr/>
        </p:nvSpPr>
        <p:spPr>
          <a:xfrm>
            <a:off x="15874053" y="7915655"/>
            <a:ext cx="2380213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Phoneme Perception and Categorization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EABCBE0-E9AA-9E99-141A-0BBD62E63E76}"/>
              </a:ext>
            </a:extLst>
          </p:cNvPr>
          <p:cNvCxnSpPr>
            <a:cxnSpLocks/>
            <a:stCxn id="8" idx="3"/>
            <a:endCxn id="52" idx="1"/>
          </p:cNvCxnSpPr>
          <p:nvPr/>
        </p:nvCxnSpPr>
        <p:spPr>
          <a:xfrm flipV="1">
            <a:off x="14576503" y="9336284"/>
            <a:ext cx="1396908" cy="8205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464EA2-776A-4445-57F9-A6B6FA89DE60}"/>
              </a:ext>
            </a:extLst>
          </p:cNvPr>
          <p:cNvCxnSpPr>
            <a:cxnSpLocks/>
            <a:stCxn id="8" idx="3"/>
            <a:endCxn id="59" idx="1"/>
          </p:cNvCxnSpPr>
          <p:nvPr/>
        </p:nvCxnSpPr>
        <p:spPr>
          <a:xfrm flipV="1">
            <a:off x="14576503" y="8251773"/>
            <a:ext cx="1297550" cy="19050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F446C62-CECB-9184-AFEA-5840B610969A}"/>
              </a:ext>
            </a:extLst>
          </p:cNvPr>
          <p:cNvSpPr txBox="1"/>
          <p:nvPr/>
        </p:nvSpPr>
        <p:spPr>
          <a:xfrm>
            <a:off x="19379263" y="8559821"/>
            <a:ext cx="1730140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Expressive and Receptive Language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6A70DB0-A55E-1990-4B5D-99AA11039110}"/>
              </a:ext>
            </a:extLst>
          </p:cNvPr>
          <p:cNvCxnSpPr>
            <a:cxnSpLocks/>
            <a:stCxn id="59" idx="3"/>
            <a:endCxn id="174" idx="1"/>
          </p:cNvCxnSpPr>
          <p:nvPr/>
        </p:nvCxnSpPr>
        <p:spPr>
          <a:xfrm flipV="1">
            <a:off x="18254266" y="7818811"/>
            <a:ext cx="1132157" cy="4329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94C8878-A40E-F0D6-A658-594A3010FAA7}"/>
              </a:ext>
            </a:extLst>
          </p:cNvPr>
          <p:cNvCxnSpPr>
            <a:cxnSpLocks/>
            <a:stCxn id="9" idx="3"/>
            <a:endCxn id="59" idx="1"/>
          </p:cNvCxnSpPr>
          <p:nvPr/>
        </p:nvCxnSpPr>
        <p:spPr>
          <a:xfrm flipV="1">
            <a:off x="14237009" y="8251773"/>
            <a:ext cx="1637044" cy="33448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93DA8A21-BF82-FBB1-E07F-EAE2197796EB}"/>
              </a:ext>
            </a:extLst>
          </p:cNvPr>
          <p:cNvSpPr txBox="1"/>
          <p:nvPr/>
        </p:nvSpPr>
        <p:spPr>
          <a:xfrm>
            <a:off x="15548460" y="12505510"/>
            <a:ext cx="2021744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Speeded Facial Expression  Recognition 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946FE59-96D8-CB7B-FA0F-9F717BEE669D}"/>
              </a:ext>
            </a:extLst>
          </p:cNvPr>
          <p:cNvCxnSpPr>
            <a:cxnSpLocks/>
            <a:stCxn id="9" idx="3"/>
            <a:endCxn id="85" idx="1"/>
          </p:cNvCxnSpPr>
          <p:nvPr/>
        </p:nvCxnSpPr>
        <p:spPr>
          <a:xfrm>
            <a:off x="14237009" y="11596668"/>
            <a:ext cx="1311451" cy="13899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4626DD74-EA82-A0A5-B164-5A1FABF6BB26}"/>
              </a:ext>
            </a:extLst>
          </p:cNvPr>
          <p:cNvSpPr txBox="1"/>
          <p:nvPr/>
        </p:nvSpPr>
        <p:spPr>
          <a:xfrm>
            <a:off x="19225822" y="13386125"/>
            <a:ext cx="2194559" cy="3822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Attention to Faces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34FAD23-165F-11DA-4FE0-10177E05D505}"/>
              </a:ext>
            </a:extLst>
          </p:cNvPr>
          <p:cNvSpPr txBox="1"/>
          <p:nvPr/>
        </p:nvSpPr>
        <p:spPr>
          <a:xfrm>
            <a:off x="19248074" y="12498341"/>
            <a:ext cx="2475718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Imitation of Moving or Emoting Faces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1013359-5E49-DD90-DC4F-A48D30C272BF}"/>
              </a:ext>
            </a:extLst>
          </p:cNvPr>
          <p:cNvSpPr txBox="1"/>
          <p:nvPr/>
        </p:nvSpPr>
        <p:spPr>
          <a:xfrm>
            <a:off x="19343525" y="10540078"/>
            <a:ext cx="2194559" cy="3822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Action Imitation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EE290AB5-987E-EACF-EDEB-6C3C088AE2AD}"/>
              </a:ext>
            </a:extLst>
          </p:cNvPr>
          <p:cNvCxnSpPr>
            <a:cxnSpLocks/>
            <a:stCxn id="85" idx="3"/>
            <a:endCxn id="90" idx="1"/>
          </p:cNvCxnSpPr>
          <p:nvPr/>
        </p:nvCxnSpPr>
        <p:spPr>
          <a:xfrm flipV="1">
            <a:off x="17570204" y="12834459"/>
            <a:ext cx="1677870" cy="1521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4DD1799-3AE8-9ACE-6914-2D7458752182}"/>
              </a:ext>
            </a:extLst>
          </p:cNvPr>
          <p:cNvCxnSpPr>
            <a:cxnSpLocks/>
            <a:stCxn id="85" idx="3"/>
            <a:endCxn id="89" idx="1"/>
          </p:cNvCxnSpPr>
          <p:nvPr/>
        </p:nvCxnSpPr>
        <p:spPr>
          <a:xfrm>
            <a:off x="17570204" y="12986603"/>
            <a:ext cx="1655618" cy="5906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CF08D97-3DE7-D1C7-A657-00BB7D0B28C1}"/>
              </a:ext>
            </a:extLst>
          </p:cNvPr>
          <p:cNvCxnSpPr>
            <a:cxnSpLocks/>
            <a:stCxn id="8" idx="3"/>
            <a:endCxn id="91" idx="1"/>
          </p:cNvCxnSpPr>
          <p:nvPr/>
        </p:nvCxnSpPr>
        <p:spPr>
          <a:xfrm>
            <a:off x="14576503" y="10156807"/>
            <a:ext cx="4767022" cy="5744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580B9A19-A619-6521-8505-E490CB2AA0F9}"/>
              </a:ext>
            </a:extLst>
          </p:cNvPr>
          <p:cNvCxnSpPr>
            <a:cxnSpLocks/>
            <a:stCxn id="9" idx="3"/>
            <a:endCxn id="91" idx="1"/>
          </p:cNvCxnSpPr>
          <p:nvPr/>
        </p:nvCxnSpPr>
        <p:spPr>
          <a:xfrm flipV="1">
            <a:off x="14237009" y="10731220"/>
            <a:ext cx="5106516" cy="8654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04BE3588-3B32-7282-86FF-AE17762959FE}"/>
              </a:ext>
            </a:extLst>
          </p:cNvPr>
          <p:cNvCxnSpPr>
            <a:cxnSpLocks/>
            <a:stCxn id="10" idx="3"/>
            <a:endCxn id="91" idx="1"/>
          </p:cNvCxnSpPr>
          <p:nvPr/>
        </p:nvCxnSpPr>
        <p:spPr>
          <a:xfrm flipV="1">
            <a:off x="13987672" y="10731220"/>
            <a:ext cx="5355853" cy="25015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7B76063A-C66A-721D-2E11-238EF18E03F5}"/>
              </a:ext>
            </a:extLst>
          </p:cNvPr>
          <p:cNvCxnSpPr>
            <a:cxnSpLocks/>
            <a:stCxn id="8" idx="3"/>
            <a:endCxn id="90" idx="1"/>
          </p:cNvCxnSpPr>
          <p:nvPr/>
        </p:nvCxnSpPr>
        <p:spPr>
          <a:xfrm>
            <a:off x="14576503" y="10156807"/>
            <a:ext cx="4671571" cy="26776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68923402-80F0-FE5C-5FE7-0AFF3EBFC65D}"/>
              </a:ext>
            </a:extLst>
          </p:cNvPr>
          <p:cNvSpPr txBox="1"/>
          <p:nvPr/>
        </p:nvSpPr>
        <p:spPr>
          <a:xfrm>
            <a:off x="19386423" y="7482693"/>
            <a:ext cx="1600987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Verbal Imitation</a:t>
            </a: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FE5E3A8B-7C99-F7C2-9E23-4CE1C8195689}"/>
              </a:ext>
            </a:extLst>
          </p:cNvPr>
          <p:cNvCxnSpPr>
            <a:cxnSpLocks/>
            <a:stCxn id="59" idx="3"/>
            <a:endCxn id="68" idx="1"/>
          </p:cNvCxnSpPr>
          <p:nvPr/>
        </p:nvCxnSpPr>
        <p:spPr>
          <a:xfrm>
            <a:off x="18254266" y="8251773"/>
            <a:ext cx="1124997" cy="7891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1CE6FF62-B343-27B0-A350-453B0F32F5F1}"/>
              </a:ext>
            </a:extLst>
          </p:cNvPr>
          <p:cNvSpPr txBox="1"/>
          <p:nvPr/>
        </p:nvSpPr>
        <p:spPr>
          <a:xfrm>
            <a:off x="24614964" y="10546973"/>
            <a:ext cx="1730140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Social Interaction</a:t>
            </a:r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D4AA5D61-1E5E-8DF8-2095-0D785D86B3C0}"/>
              </a:ext>
            </a:extLst>
          </p:cNvPr>
          <p:cNvCxnSpPr>
            <a:cxnSpLocks/>
            <a:stCxn id="89" idx="3"/>
            <a:endCxn id="182" idx="1"/>
          </p:cNvCxnSpPr>
          <p:nvPr/>
        </p:nvCxnSpPr>
        <p:spPr>
          <a:xfrm flipV="1">
            <a:off x="21420381" y="10883091"/>
            <a:ext cx="3194583" cy="26941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97C87FCA-8C62-A7FA-6479-7F307768629E}"/>
              </a:ext>
            </a:extLst>
          </p:cNvPr>
          <p:cNvCxnSpPr>
            <a:cxnSpLocks/>
            <a:stCxn id="90" idx="3"/>
            <a:endCxn id="182" idx="1"/>
          </p:cNvCxnSpPr>
          <p:nvPr/>
        </p:nvCxnSpPr>
        <p:spPr>
          <a:xfrm flipV="1">
            <a:off x="21723792" y="10883091"/>
            <a:ext cx="2891172" cy="19513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FAE7C826-AF17-E5B0-128E-0827D452CE34}"/>
              </a:ext>
            </a:extLst>
          </p:cNvPr>
          <p:cNvCxnSpPr>
            <a:cxnSpLocks/>
            <a:stCxn id="68" idx="3"/>
            <a:endCxn id="182" idx="1"/>
          </p:cNvCxnSpPr>
          <p:nvPr/>
        </p:nvCxnSpPr>
        <p:spPr>
          <a:xfrm>
            <a:off x="21109403" y="9040914"/>
            <a:ext cx="3505561" cy="18421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93561326-DA39-FED2-41FE-DCAC50EE70E4}"/>
              </a:ext>
            </a:extLst>
          </p:cNvPr>
          <p:cNvCxnSpPr>
            <a:cxnSpLocks/>
            <a:stCxn id="174" idx="3"/>
            <a:endCxn id="182" idx="1"/>
          </p:cNvCxnSpPr>
          <p:nvPr/>
        </p:nvCxnSpPr>
        <p:spPr>
          <a:xfrm>
            <a:off x="20987410" y="7818811"/>
            <a:ext cx="3627554" cy="30642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EFA73346-91F9-6876-65D0-DC40B021245E}"/>
              </a:ext>
            </a:extLst>
          </p:cNvPr>
          <p:cNvCxnSpPr>
            <a:cxnSpLocks/>
            <a:stCxn id="91" idx="3"/>
            <a:endCxn id="182" idx="1"/>
          </p:cNvCxnSpPr>
          <p:nvPr/>
        </p:nvCxnSpPr>
        <p:spPr>
          <a:xfrm>
            <a:off x="21538084" y="10731220"/>
            <a:ext cx="3076880" cy="1518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AC61895A-40D6-184D-3DEF-C44EC1825599}"/>
              </a:ext>
            </a:extLst>
          </p:cNvPr>
          <p:cNvCxnSpPr>
            <a:cxnSpLocks/>
            <a:stCxn id="32" idx="3"/>
            <a:endCxn id="182" idx="1"/>
          </p:cNvCxnSpPr>
          <p:nvPr/>
        </p:nvCxnSpPr>
        <p:spPr>
          <a:xfrm flipV="1">
            <a:off x="21235753" y="10883091"/>
            <a:ext cx="3379211" cy="35687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539C2417-6A10-8BBF-03A6-AB9EA2D52CD1}"/>
              </a:ext>
            </a:extLst>
          </p:cNvPr>
          <p:cNvCxnSpPr>
            <a:cxnSpLocks/>
            <a:stCxn id="33" idx="3"/>
            <a:endCxn id="182" idx="1"/>
          </p:cNvCxnSpPr>
          <p:nvPr/>
        </p:nvCxnSpPr>
        <p:spPr>
          <a:xfrm flipV="1">
            <a:off x="21288037" y="10883091"/>
            <a:ext cx="3326927" cy="47288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5B23E4E5-F17D-2C4B-6389-17B85339B470}"/>
              </a:ext>
            </a:extLst>
          </p:cNvPr>
          <p:cNvCxnSpPr>
            <a:cxnSpLocks/>
            <a:stCxn id="41" idx="3"/>
            <a:endCxn id="182" idx="1"/>
          </p:cNvCxnSpPr>
          <p:nvPr/>
        </p:nvCxnSpPr>
        <p:spPr>
          <a:xfrm flipV="1">
            <a:off x="21531392" y="10883091"/>
            <a:ext cx="3083572" cy="57045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CE389E95-30C2-8943-7239-B9692880C7FD}"/>
              </a:ext>
            </a:extLst>
          </p:cNvPr>
          <p:cNvSpPr txBox="1"/>
          <p:nvPr/>
        </p:nvSpPr>
        <p:spPr>
          <a:xfrm>
            <a:off x="12937285" y="5719715"/>
            <a:ext cx="2021744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>
                <a:highlight>
                  <a:srgbClr val="00FF00"/>
                </a:highlight>
              </a:rPr>
              <a:t>Visuo-Spatial Attention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1BFE845D-EB15-DDA7-E4F7-EBD0CF2CF008}"/>
              </a:ext>
            </a:extLst>
          </p:cNvPr>
          <p:cNvSpPr txBox="1"/>
          <p:nvPr/>
        </p:nvSpPr>
        <p:spPr>
          <a:xfrm>
            <a:off x="15792212" y="5381859"/>
            <a:ext cx="2046584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Orienting Visual-Spatial Attention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ABE31ECB-D602-F499-20DD-FDCF0461A8DD}"/>
              </a:ext>
            </a:extLst>
          </p:cNvPr>
          <p:cNvSpPr txBox="1"/>
          <p:nvPr/>
        </p:nvSpPr>
        <p:spPr>
          <a:xfrm>
            <a:off x="15841256" y="6207250"/>
            <a:ext cx="2018199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Shifting Visual-Spatial Attention</a:t>
            </a:r>
          </a:p>
        </p:txBody>
      </p: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70D4C0CF-2D46-6122-8F22-D0847714E63E}"/>
              </a:ext>
            </a:extLst>
          </p:cNvPr>
          <p:cNvCxnSpPr>
            <a:cxnSpLocks/>
            <a:stCxn id="7" idx="3"/>
            <a:endCxn id="259" idx="1"/>
          </p:cNvCxnSpPr>
          <p:nvPr/>
        </p:nvCxnSpPr>
        <p:spPr>
          <a:xfrm flipV="1">
            <a:off x="11664874" y="6055833"/>
            <a:ext cx="1272411" cy="54812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FE41C370-5AA8-3191-1FC4-F535BC7E6E75}"/>
              </a:ext>
            </a:extLst>
          </p:cNvPr>
          <p:cNvCxnSpPr>
            <a:cxnSpLocks/>
            <a:stCxn id="259" idx="3"/>
            <a:endCxn id="260" idx="1"/>
          </p:cNvCxnSpPr>
          <p:nvPr/>
        </p:nvCxnSpPr>
        <p:spPr>
          <a:xfrm flipV="1">
            <a:off x="14959029" y="5717977"/>
            <a:ext cx="833183" cy="3378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304FE01F-6C81-C4CD-A5E0-E551CCE7A206}"/>
              </a:ext>
            </a:extLst>
          </p:cNvPr>
          <p:cNvCxnSpPr>
            <a:cxnSpLocks/>
            <a:stCxn id="259" idx="3"/>
            <a:endCxn id="261" idx="1"/>
          </p:cNvCxnSpPr>
          <p:nvPr/>
        </p:nvCxnSpPr>
        <p:spPr>
          <a:xfrm>
            <a:off x="14959029" y="6055833"/>
            <a:ext cx="882227" cy="4875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TextBox 279">
            <a:extLst>
              <a:ext uri="{FF2B5EF4-FFF2-40B4-BE49-F238E27FC236}">
                <a16:creationId xmlns:a16="http://schemas.microsoft.com/office/drawing/2014/main" id="{798D154A-8FE5-FA78-4D77-A1F92EE3CBDA}"/>
              </a:ext>
            </a:extLst>
          </p:cNvPr>
          <p:cNvSpPr txBox="1"/>
          <p:nvPr/>
        </p:nvSpPr>
        <p:spPr>
          <a:xfrm>
            <a:off x="12330132" y="3607801"/>
            <a:ext cx="2246371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>
                <a:highlight>
                  <a:srgbClr val="00FF00"/>
                </a:highlight>
              </a:rPr>
              <a:t>Enhanced Static Stimuli Attention</a:t>
            </a:r>
          </a:p>
        </p:txBody>
      </p: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CEC737F0-C6F7-272F-979E-F153D0734112}"/>
              </a:ext>
            </a:extLst>
          </p:cNvPr>
          <p:cNvCxnSpPr>
            <a:cxnSpLocks/>
            <a:stCxn id="7" idx="3"/>
            <a:endCxn id="280" idx="1"/>
          </p:cNvCxnSpPr>
          <p:nvPr/>
        </p:nvCxnSpPr>
        <p:spPr>
          <a:xfrm flipV="1">
            <a:off x="11664874" y="3943919"/>
            <a:ext cx="665258" cy="75931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TextBox 295">
            <a:extLst>
              <a:ext uri="{FF2B5EF4-FFF2-40B4-BE49-F238E27FC236}">
                <a16:creationId xmlns:a16="http://schemas.microsoft.com/office/drawing/2014/main" id="{7E944521-76ED-1EB0-62A5-7F50A278C3CE}"/>
              </a:ext>
            </a:extLst>
          </p:cNvPr>
          <p:cNvSpPr txBox="1"/>
          <p:nvPr/>
        </p:nvSpPr>
        <p:spPr>
          <a:xfrm>
            <a:off x="15817052" y="3495327"/>
            <a:ext cx="2021745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Enhanced spatial memory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9808F36B-2252-F1CD-C47A-62476BDFBAB0}"/>
              </a:ext>
            </a:extLst>
          </p:cNvPr>
          <p:cNvSpPr txBox="1"/>
          <p:nvPr/>
        </p:nvSpPr>
        <p:spPr>
          <a:xfrm>
            <a:off x="15817052" y="4299086"/>
            <a:ext cx="2021745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Enhanced pitch discrimination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34A9191C-9C2D-E081-1B2E-7ED2A4E628BF}"/>
              </a:ext>
            </a:extLst>
          </p:cNvPr>
          <p:cNvSpPr txBox="1"/>
          <p:nvPr/>
        </p:nvSpPr>
        <p:spPr>
          <a:xfrm>
            <a:off x="15817052" y="2661810"/>
            <a:ext cx="2021745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Weak Central Coherence</a:t>
            </a:r>
          </a:p>
        </p:txBody>
      </p:sp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9BE49BC8-DD61-9F82-0A35-B428321119B7}"/>
              </a:ext>
            </a:extLst>
          </p:cNvPr>
          <p:cNvCxnSpPr>
            <a:cxnSpLocks/>
            <a:stCxn id="280" idx="3"/>
            <a:endCxn id="298" idx="1"/>
          </p:cNvCxnSpPr>
          <p:nvPr/>
        </p:nvCxnSpPr>
        <p:spPr>
          <a:xfrm flipV="1">
            <a:off x="14576503" y="2997928"/>
            <a:ext cx="1240549" cy="9459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Arrow Connector 331">
            <a:extLst>
              <a:ext uri="{FF2B5EF4-FFF2-40B4-BE49-F238E27FC236}">
                <a16:creationId xmlns:a16="http://schemas.microsoft.com/office/drawing/2014/main" id="{6F9717D8-FB0D-84A1-ADA0-8F263D5B6AEE}"/>
              </a:ext>
            </a:extLst>
          </p:cNvPr>
          <p:cNvCxnSpPr>
            <a:cxnSpLocks/>
            <a:stCxn id="280" idx="3"/>
            <a:endCxn id="297" idx="1"/>
          </p:cNvCxnSpPr>
          <p:nvPr/>
        </p:nvCxnSpPr>
        <p:spPr>
          <a:xfrm>
            <a:off x="14576503" y="3943919"/>
            <a:ext cx="1240549" cy="6912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Arrow Connector 334">
            <a:extLst>
              <a:ext uri="{FF2B5EF4-FFF2-40B4-BE49-F238E27FC236}">
                <a16:creationId xmlns:a16="http://schemas.microsoft.com/office/drawing/2014/main" id="{C3DB3C82-77FF-77F8-0DF2-7299223136A1}"/>
              </a:ext>
            </a:extLst>
          </p:cNvPr>
          <p:cNvCxnSpPr>
            <a:cxnSpLocks/>
            <a:stCxn id="280" idx="3"/>
            <a:endCxn id="296" idx="1"/>
          </p:cNvCxnSpPr>
          <p:nvPr/>
        </p:nvCxnSpPr>
        <p:spPr>
          <a:xfrm flipV="1">
            <a:off x="14576503" y="3831445"/>
            <a:ext cx="1240549" cy="1124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TextBox 378">
            <a:extLst>
              <a:ext uri="{FF2B5EF4-FFF2-40B4-BE49-F238E27FC236}">
                <a16:creationId xmlns:a16="http://schemas.microsoft.com/office/drawing/2014/main" id="{C53785F8-91D3-0185-8B70-BA0553128D01}"/>
              </a:ext>
            </a:extLst>
          </p:cNvPr>
          <p:cNvSpPr txBox="1"/>
          <p:nvPr/>
        </p:nvSpPr>
        <p:spPr>
          <a:xfrm>
            <a:off x="19457572" y="9893859"/>
            <a:ext cx="2018198" cy="3822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Eye contact</a:t>
            </a:r>
          </a:p>
        </p:txBody>
      </p:sp>
      <p:cxnSp>
        <p:nvCxnSpPr>
          <p:cNvPr id="385" name="Straight Arrow Connector 384">
            <a:extLst>
              <a:ext uri="{FF2B5EF4-FFF2-40B4-BE49-F238E27FC236}">
                <a16:creationId xmlns:a16="http://schemas.microsoft.com/office/drawing/2014/main" id="{40015398-8271-9EFC-A1BF-EED1FFEA5C67}"/>
              </a:ext>
            </a:extLst>
          </p:cNvPr>
          <p:cNvCxnSpPr>
            <a:cxnSpLocks/>
            <a:stCxn id="52" idx="3"/>
            <a:endCxn id="379" idx="1"/>
          </p:cNvCxnSpPr>
          <p:nvPr/>
        </p:nvCxnSpPr>
        <p:spPr>
          <a:xfrm>
            <a:off x="17991610" y="9336284"/>
            <a:ext cx="1465962" cy="7487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901FC8B1-2396-A280-A990-91677C349C12}"/>
              </a:ext>
            </a:extLst>
          </p:cNvPr>
          <p:cNvCxnSpPr>
            <a:cxnSpLocks/>
            <a:stCxn id="85" idx="3"/>
            <a:endCxn id="379" idx="1"/>
          </p:cNvCxnSpPr>
          <p:nvPr/>
        </p:nvCxnSpPr>
        <p:spPr>
          <a:xfrm flipV="1">
            <a:off x="17570204" y="10085001"/>
            <a:ext cx="1887368" cy="29016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9738DA49-E048-F980-46CE-814F22255A5A}"/>
              </a:ext>
            </a:extLst>
          </p:cNvPr>
          <p:cNvCxnSpPr>
            <a:cxnSpLocks/>
            <a:stCxn id="379" idx="3"/>
            <a:endCxn id="182" idx="1"/>
          </p:cNvCxnSpPr>
          <p:nvPr/>
        </p:nvCxnSpPr>
        <p:spPr>
          <a:xfrm>
            <a:off x="21475770" y="10085001"/>
            <a:ext cx="3139194" cy="7980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TextBox 401">
            <a:extLst>
              <a:ext uri="{FF2B5EF4-FFF2-40B4-BE49-F238E27FC236}">
                <a16:creationId xmlns:a16="http://schemas.microsoft.com/office/drawing/2014/main" id="{9B01632D-59F0-40AA-F62A-1741FD8C5C4D}"/>
              </a:ext>
            </a:extLst>
          </p:cNvPr>
          <p:cNvSpPr txBox="1"/>
          <p:nvPr/>
        </p:nvSpPr>
        <p:spPr>
          <a:xfrm>
            <a:off x="24574931" y="14949576"/>
            <a:ext cx="1730142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Repetitive and Stereotyped Behaviors</a:t>
            </a:r>
          </a:p>
        </p:txBody>
      </p:sp>
      <p:cxnSp>
        <p:nvCxnSpPr>
          <p:cNvPr id="410" name="Straight Arrow Connector 409">
            <a:extLst>
              <a:ext uri="{FF2B5EF4-FFF2-40B4-BE49-F238E27FC236}">
                <a16:creationId xmlns:a16="http://schemas.microsoft.com/office/drawing/2014/main" id="{410477EE-4DD3-C64E-C9A4-65D260C7ABE4}"/>
              </a:ext>
            </a:extLst>
          </p:cNvPr>
          <p:cNvCxnSpPr>
            <a:cxnSpLocks/>
            <a:stCxn id="32" idx="3"/>
            <a:endCxn id="402" idx="1"/>
          </p:cNvCxnSpPr>
          <p:nvPr/>
        </p:nvCxnSpPr>
        <p:spPr>
          <a:xfrm>
            <a:off x="21235753" y="14451876"/>
            <a:ext cx="3339178" cy="9787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83892DEF-96C7-CA34-5494-5F481DAB5276}"/>
              </a:ext>
            </a:extLst>
          </p:cNvPr>
          <p:cNvCxnSpPr>
            <a:cxnSpLocks/>
            <a:stCxn id="41" idx="3"/>
            <a:endCxn id="402" idx="1"/>
          </p:cNvCxnSpPr>
          <p:nvPr/>
        </p:nvCxnSpPr>
        <p:spPr>
          <a:xfrm flipV="1">
            <a:off x="21531392" y="15430669"/>
            <a:ext cx="3043539" cy="11569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>
            <a:extLst>
              <a:ext uri="{FF2B5EF4-FFF2-40B4-BE49-F238E27FC236}">
                <a16:creationId xmlns:a16="http://schemas.microsoft.com/office/drawing/2014/main" id="{6D6D6082-8EB4-1BAA-7B46-22D704A78D66}"/>
              </a:ext>
            </a:extLst>
          </p:cNvPr>
          <p:cNvSpPr txBox="1"/>
          <p:nvPr/>
        </p:nvSpPr>
        <p:spPr>
          <a:xfrm>
            <a:off x="15896794" y="16296547"/>
            <a:ext cx="2049252" cy="6722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Proprioceptive Flow Processing</a:t>
            </a:r>
          </a:p>
        </p:txBody>
      </p:sp>
      <p:cxnSp>
        <p:nvCxnSpPr>
          <p:cNvPr id="423" name="Straight Arrow Connector 422">
            <a:extLst>
              <a:ext uri="{FF2B5EF4-FFF2-40B4-BE49-F238E27FC236}">
                <a16:creationId xmlns:a16="http://schemas.microsoft.com/office/drawing/2014/main" id="{6F34B255-2DCA-A06F-00C2-1EE136D98CB4}"/>
              </a:ext>
            </a:extLst>
          </p:cNvPr>
          <p:cNvCxnSpPr>
            <a:cxnSpLocks/>
            <a:stCxn id="10" idx="3"/>
            <a:endCxn id="421" idx="1"/>
          </p:cNvCxnSpPr>
          <p:nvPr/>
        </p:nvCxnSpPr>
        <p:spPr>
          <a:xfrm>
            <a:off x="13987672" y="13232794"/>
            <a:ext cx="1909122" cy="33998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C00FAF0D-FF0A-0532-3051-CB36E536C69C}"/>
              </a:ext>
            </a:extLst>
          </p:cNvPr>
          <p:cNvCxnSpPr>
            <a:cxnSpLocks/>
            <a:stCxn id="6" idx="3"/>
            <a:endCxn id="438" idx="1"/>
          </p:cNvCxnSpPr>
          <p:nvPr/>
        </p:nvCxnSpPr>
        <p:spPr>
          <a:xfrm flipV="1">
            <a:off x="3444970" y="7915655"/>
            <a:ext cx="1439473" cy="21693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TextBox 437">
            <a:extLst>
              <a:ext uri="{FF2B5EF4-FFF2-40B4-BE49-F238E27FC236}">
                <a16:creationId xmlns:a16="http://schemas.microsoft.com/office/drawing/2014/main" id="{8DAB446C-2FFB-5D20-B364-78F44FA3FB85}"/>
              </a:ext>
            </a:extLst>
          </p:cNvPr>
          <p:cNvSpPr txBox="1"/>
          <p:nvPr/>
        </p:nvSpPr>
        <p:spPr>
          <a:xfrm>
            <a:off x="4884443" y="7434562"/>
            <a:ext cx="2021744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>
                <a:highlight>
                  <a:srgbClr val="00FF00"/>
                </a:highlight>
              </a:rPr>
              <a:t>Increased Local Connectivity and Synchronization</a:t>
            </a: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8EB09B6A-1EE3-B75B-6C0B-ED1F0DD3EC65}"/>
              </a:ext>
            </a:extLst>
          </p:cNvPr>
          <p:cNvSpPr txBox="1"/>
          <p:nvPr/>
        </p:nvSpPr>
        <p:spPr>
          <a:xfrm>
            <a:off x="5019746" y="11040432"/>
            <a:ext cx="2177070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>
                <a:highlight>
                  <a:srgbClr val="00FF00"/>
                </a:highlight>
              </a:rPr>
              <a:t>Decreased Global Connectivity and Synchronization</a:t>
            </a:r>
          </a:p>
        </p:txBody>
      </p:sp>
      <p:cxnSp>
        <p:nvCxnSpPr>
          <p:cNvPr id="441" name="Straight Arrow Connector 440">
            <a:extLst>
              <a:ext uri="{FF2B5EF4-FFF2-40B4-BE49-F238E27FC236}">
                <a16:creationId xmlns:a16="http://schemas.microsoft.com/office/drawing/2014/main" id="{7F1D8B30-7E34-D66C-51F8-94018781DF21}"/>
              </a:ext>
            </a:extLst>
          </p:cNvPr>
          <p:cNvCxnSpPr>
            <a:cxnSpLocks/>
            <a:stCxn id="6" idx="3"/>
            <a:endCxn id="439" idx="1"/>
          </p:cNvCxnSpPr>
          <p:nvPr/>
        </p:nvCxnSpPr>
        <p:spPr>
          <a:xfrm>
            <a:off x="3444970" y="10085001"/>
            <a:ext cx="1574776" cy="14365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Arrow Connector 452">
            <a:extLst>
              <a:ext uri="{FF2B5EF4-FFF2-40B4-BE49-F238E27FC236}">
                <a16:creationId xmlns:a16="http://schemas.microsoft.com/office/drawing/2014/main" id="{58BFCBD7-237F-8CE3-148F-1094B5F40013}"/>
              </a:ext>
            </a:extLst>
          </p:cNvPr>
          <p:cNvCxnSpPr>
            <a:cxnSpLocks/>
            <a:stCxn id="438" idx="3"/>
            <a:endCxn id="280" idx="1"/>
          </p:cNvCxnSpPr>
          <p:nvPr/>
        </p:nvCxnSpPr>
        <p:spPr>
          <a:xfrm flipV="1">
            <a:off x="6906187" y="3943919"/>
            <a:ext cx="5423945" cy="39717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Arrow Connector 455">
            <a:extLst>
              <a:ext uri="{FF2B5EF4-FFF2-40B4-BE49-F238E27FC236}">
                <a16:creationId xmlns:a16="http://schemas.microsoft.com/office/drawing/2014/main" id="{299959AC-49F1-B50F-2B0D-FFC5F7C11A96}"/>
              </a:ext>
            </a:extLst>
          </p:cNvPr>
          <p:cNvCxnSpPr>
            <a:cxnSpLocks/>
            <a:stCxn id="439" idx="3"/>
            <a:endCxn id="7" idx="1"/>
          </p:cNvCxnSpPr>
          <p:nvPr/>
        </p:nvCxnSpPr>
        <p:spPr>
          <a:xfrm>
            <a:off x="7196816" y="11521526"/>
            <a:ext cx="2290988" cy="155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C8194040-8FA9-C7B4-4728-EB9B05A61FFB}"/>
              </a:ext>
            </a:extLst>
          </p:cNvPr>
          <p:cNvCxnSpPr>
            <a:cxnSpLocks/>
            <a:stCxn id="421" idx="3"/>
            <a:endCxn id="41" idx="1"/>
          </p:cNvCxnSpPr>
          <p:nvPr/>
        </p:nvCxnSpPr>
        <p:spPr>
          <a:xfrm flipV="1">
            <a:off x="17946046" y="16587659"/>
            <a:ext cx="1263928" cy="450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TextBox 612">
            <a:extLst>
              <a:ext uri="{FF2B5EF4-FFF2-40B4-BE49-F238E27FC236}">
                <a16:creationId xmlns:a16="http://schemas.microsoft.com/office/drawing/2014/main" id="{D9EB4059-4C17-F61B-0976-8CE1F2DC869F}"/>
              </a:ext>
            </a:extLst>
          </p:cNvPr>
          <p:cNvSpPr txBox="1"/>
          <p:nvPr/>
        </p:nvSpPr>
        <p:spPr>
          <a:xfrm>
            <a:off x="7444958" y="9325438"/>
            <a:ext cx="1730140" cy="962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>
                <a:highlight>
                  <a:srgbClr val="00FF00"/>
                </a:highlight>
              </a:rPr>
              <a:t>Reduced Cerebellar Connectivity</a:t>
            </a:r>
          </a:p>
        </p:txBody>
      </p:sp>
      <p:cxnSp>
        <p:nvCxnSpPr>
          <p:cNvPr id="624" name="Straight Arrow Connector 623">
            <a:extLst>
              <a:ext uri="{FF2B5EF4-FFF2-40B4-BE49-F238E27FC236}">
                <a16:creationId xmlns:a16="http://schemas.microsoft.com/office/drawing/2014/main" id="{4DAE2B16-DD3A-FC18-CAE0-621CCE9610F5}"/>
              </a:ext>
            </a:extLst>
          </p:cNvPr>
          <p:cNvCxnSpPr>
            <a:cxnSpLocks/>
            <a:stCxn id="439" idx="3"/>
            <a:endCxn id="613" idx="2"/>
          </p:cNvCxnSpPr>
          <p:nvPr/>
        </p:nvCxnSpPr>
        <p:spPr>
          <a:xfrm flipV="1">
            <a:off x="7196816" y="10287625"/>
            <a:ext cx="1113212" cy="1233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Arrow Connector 624">
            <a:extLst>
              <a:ext uri="{FF2B5EF4-FFF2-40B4-BE49-F238E27FC236}">
                <a16:creationId xmlns:a16="http://schemas.microsoft.com/office/drawing/2014/main" id="{E6C7D94C-4F56-C335-3704-5F788BF0622D}"/>
              </a:ext>
            </a:extLst>
          </p:cNvPr>
          <p:cNvCxnSpPr>
            <a:cxnSpLocks/>
            <a:stCxn id="613" idx="2"/>
            <a:endCxn id="7" idx="1"/>
          </p:cNvCxnSpPr>
          <p:nvPr/>
        </p:nvCxnSpPr>
        <p:spPr>
          <a:xfrm>
            <a:off x="8310028" y="10287624"/>
            <a:ext cx="1177776" cy="12494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0" name="TextBox 669">
            <a:extLst>
              <a:ext uri="{FF2B5EF4-FFF2-40B4-BE49-F238E27FC236}">
                <a16:creationId xmlns:a16="http://schemas.microsoft.com/office/drawing/2014/main" id="{5E266998-DF2F-F9E1-EDFC-CCED313E726C}"/>
              </a:ext>
            </a:extLst>
          </p:cNvPr>
          <p:cNvSpPr txBox="1"/>
          <p:nvPr/>
        </p:nvSpPr>
        <p:spPr>
          <a:xfrm>
            <a:off x="19414457" y="11788765"/>
            <a:ext cx="1992763" cy="3822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Empathizing</a:t>
            </a:r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CD79DACD-7870-1716-0FD0-14F184F4FB2A}"/>
              </a:ext>
            </a:extLst>
          </p:cNvPr>
          <p:cNvSpPr txBox="1"/>
          <p:nvPr/>
        </p:nvSpPr>
        <p:spPr>
          <a:xfrm>
            <a:off x="19469875" y="11206246"/>
            <a:ext cx="1992763" cy="38228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4" dirty="0"/>
              <a:t>Mindblindness</a:t>
            </a:r>
          </a:p>
        </p:txBody>
      </p:sp>
      <p:cxnSp>
        <p:nvCxnSpPr>
          <p:cNvPr id="691" name="Straight Arrow Connector 690">
            <a:extLst>
              <a:ext uri="{FF2B5EF4-FFF2-40B4-BE49-F238E27FC236}">
                <a16:creationId xmlns:a16="http://schemas.microsoft.com/office/drawing/2014/main" id="{8F4EE597-49A4-EB19-3137-2964C81E909E}"/>
              </a:ext>
            </a:extLst>
          </p:cNvPr>
          <p:cNvCxnSpPr>
            <a:cxnSpLocks/>
            <a:stCxn id="671" idx="3"/>
            <a:endCxn id="182" idx="1"/>
          </p:cNvCxnSpPr>
          <p:nvPr/>
        </p:nvCxnSpPr>
        <p:spPr>
          <a:xfrm flipV="1">
            <a:off x="21462638" y="10883091"/>
            <a:ext cx="3152326" cy="5142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Straight Arrow Connector 695">
            <a:extLst>
              <a:ext uri="{FF2B5EF4-FFF2-40B4-BE49-F238E27FC236}">
                <a16:creationId xmlns:a16="http://schemas.microsoft.com/office/drawing/2014/main" id="{B2D00003-93EE-EBE1-6D56-3E12573D7D2A}"/>
              </a:ext>
            </a:extLst>
          </p:cNvPr>
          <p:cNvCxnSpPr>
            <a:cxnSpLocks/>
            <a:stCxn id="670" idx="3"/>
            <a:endCxn id="182" idx="1"/>
          </p:cNvCxnSpPr>
          <p:nvPr/>
        </p:nvCxnSpPr>
        <p:spPr>
          <a:xfrm flipV="1">
            <a:off x="21407220" y="10883091"/>
            <a:ext cx="3207744" cy="10968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Straight Arrow Connector 762">
            <a:extLst>
              <a:ext uri="{FF2B5EF4-FFF2-40B4-BE49-F238E27FC236}">
                <a16:creationId xmlns:a16="http://schemas.microsoft.com/office/drawing/2014/main" id="{99DEDBF1-F5CE-4FC5-0B4F-D720902A8C66}"/>
              </a:ext>
            </a:extLst>
          </p:cNvPr>
          <p:cNvCxnSpPr>
            <a:cxnSpLocks/>
            <a:endCxn id="671" idx="1"/>
          </p:cNvCxnSpPr>
          <p:nvPr/>
        </p:nvCxnSpPr>
        <p:spPr>
          <a:xfrm flipV="1">
            <a:off x="17696070" y="11397388"/>
            <a:ext cx="1773805" cy="14808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2" name="Straight Arrow Connector 771">
            <a:extLst>
              <a:ext uri="{FF2B5EF4-FFF2-40B4-BE49-F238E27FC236}">
                <a16:creationId xmlns:a16="http://schemas.microsoft.com/office/drawing/2014/main" id="{C8FB3AE3-F098-29A3-E572-8501C7AFB402}"/>
              </a:ext>
            </a:extLst>
          </p:cNvPr>
          <p:cNvCxnSpPr>
            <a:cxnSpLocks/>
            <a:stCxn id="85" idx="3"/>
            <a:endCxn id="670" idx="1"/>
          </p:cNvCxnSpPr>
          <p:nvPr/>
        </p:nvCxnSpPr>
        <p:spPr>
          <a:xfrm flipV="1">
            <a:off x="17570204" y="11979907"/>
            <a:ext cx="1844253" cy="10066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26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363</TotalTime>
  <Words>200</Words>
  <Application>Microsoft Office PowerPoint</Application>
  <PresentationFormat>Custom</PresentationFormat>
  <Paragraphs>64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McWeeny, Sean</dc:creator>
  <cp:lastModifiedBy>McWeeny, Sean</cp:lastModifiedBy>
  <cp:revision>1</cp:revision>
  <dcterms:created xsi:type="dcterms:W3CDTF">2026-01-22T15:33:28Z</dcterms:created>
  <dcterms:modified xsi:type="dcterms:W3CDTF">2026-01-22T21:41:37Z</dcterms:modified>
</cp:coreProperties>
</file>
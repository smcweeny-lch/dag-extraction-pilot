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55448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91161-0B64-4691-86AE-5F53B0BE895C}" v="27" dt="2026-02-02T16:10:31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60" d="100"/>
          <a:sy n="60" d="100"/>
        </p:scale>
        <p:origin x="639" y="-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Ewen" userId="ab85044203b25d2d" providerId="LiveId" clId="{23E8E32F-6DCE-4164-B2BA-17FC9CA7CCF0}"/>
    <pc:docChg chg="undo custSel delSld modSld">
      <pc:chgData name="Joshua Ewen" userId="ab85044203b25d2d" providerId="LiveId" clId="{23E8E32F-6DCE-4164-B2BA-17FC9CA7CCF0}" dt="2026-02-02T16:11:43.293" v="1590" actId="1076"/>
      <pc:docMkLst>
        <pc:docMk/>
      </pc:docMkLst>
      <pc:sldChg chg="del">
        <pc:chgData name="Joshua Ewen" userId="ab85044203b25d2d" providerId="LiveId" clId="{23E8E32F-6DCE-4164-B2BA-17FC9CA7CCF0}" dt="2026-02-02T16:01:25.882" v="1275" actId="47"/>
        <pc:sldMkLst>
          <pc:docMk/>
          <pc:sldMk cId="3130753737" sldId="256"/>
        </pc:sldMkLst>
      </pc:sldChg>
      <pc:sldChg chg="addSp delSp modSp mod">
        <pc:chgData name="Joshua Ewen" userId="ab85044203b25d2d" providerId="LiveId" clId="{23E8E32F-6DCE-4164-B2BA-17FC9CA7CCF0}" dt="2026-02-02T16:11:43.293" v="1590" actId="1076"/>
        <pc:sldMkLst>
          <pc:docMk/>
          <pc:sldMk cId="316394295" sldId="257"/>
        </pc:sldMkLst>
        <pc:spChg chg="mod">
          <ac:chgData name="Joshua Ewen" userId="ab85044203b25d2d" providerId="LiveId" clId="{23E8E32F-6DCE-4164-B2BA-17FC9CA7CCF0}" dt="2026-02-02T16:03:31.935" v="1324" actId="1036"/>
          <ac:spMkLst>
            <pc:docMk/>
            <pc:sldMk cId="316394295" sldId="257"/>
            <ac:spMk id="2" creationId="{279AB2A9-E30B-CF9E-7A18-EC5D36E4303E}"/>
          </ac:spMkLst>
        </pc:spChg>
        <pc:spChg chg="mod">
          <ac:chgData name="Joshua Ewen" userId="ab85044203b25d2d" providerId="LiveId" clId="{23E8E32F-6DCE-4164-B2BA-17FC9CA7CCF0}" dt="2026-02-02T16:11:43.293" v="1590" actId="1076"/>
          <ac:spMkLst>
            <pc:docMk/>
            <pc:sldMk cId="316394295" sldId="257"/>
            <ac:spMk id="3" creationId="{52AA1021-C26C-E124-BFAB-5E9F86CF1E87}"/>
          </ac:spMkLst>
        </pc:spChg>
        <pc:spChg chg="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4" creationId="{64197FF9-FAE5-3A58-8C9C-3C41627FE30A}"/>
          </ac:spMkLst>
        </pc:spChg>
        <pc:spChg chg="del mod">
          <ac:chgData name="Joshua Ewen" userId="ab85044203b25d2d" providerId="LiveId" clId="{23E8E32F-6DCE-4164-B2BA-17FC9CA7CCF0}" dt="2026-02-02T15:14:26.517" v="3" actId="478"/>
          <ac:spMkLst>
            <pc:docMk/>
            <pc:sldMk cId="316394295" sldId="257"/>
            <ac:spMk id="5" creationId="{6CC96394-0013-A232-D523-83CAD81B10A1}"/>
          </ac:spMkLst>
        </pc:spChg>
        <pc:spChg chg="mod">
          <ac:chgData name="Joshua Ewen" userId="ab85044203b25d2d" providerId="LiveId" clId="{23E8E32F-6DCE-4164-B2BA-17FC9CA7CCF0}" dt="2026-02-02T16:09:48.417" v="1565" actId="1076"/>
          <ac:spMkLst>
            <pc:docMk/>
            <pc:sldMk cId="316394295" sldId="257"/>
            <ac:spMk id="6" creationId="{28D83593-928D-BE50-CF0B-51A91B85E290}"/>
          </ac:spMkLst>
        </pc:spChg>
        <pc:spChg chg="mod">
          <ac:chgData name="Joshua Ewen" userId="ab85044203b25d2d" providerId="LiveId" clId="{23E8E32F-6DCE-4164-B2BA-17FC9CA7CCF0}" dt="2026-02-02T16:06:41.173" v="1540" actId="1038"/>
          <ac:spMkLst>
            <pc:docMk/>
            <pc:sldMk cId="316394295" sldId="257"/>
            <ac:spMk id="8" creationId="{B306A9AA-8CA1-2424-45AA-ABBC7C1B7875}"/>
          </ac:spMkLst>
        </pc:spChg>
        <pc:spChg chg="mod">
          <ac:chgData name="Joshua Ewen" userId="ab85044203b25d2d" providerId="LiveId" clId="{23E8E32F-6DCE-4164-B2BA-17FC9CA7CCF0}" dt="2026-02-02T16:10:02.122" v="1567" actId="1076"/>
          <ac:spMkLst>
            <pc:docMk/>
            <pc:sldMk cId="316394295" sldId="257"/>
            <ac:spMk id="9" creationId="{0766475C-7E6D-3D73-19AB-4E0264104CE4}"/>
          </ac:spMkLst>
        </pc:spChg>
        <pc:spChg chg="mod">
          <ac:chgData name="Joshua Ewen" userId="ab85044203b25d2d" providerId="LiveId" clId="{23E8E32F-6DCE-4164-B2BA-17FC9CA7CCF0}" dt="2026-02-02T15:20:04.153" v="307" actId="1037"/>
          <ac:spMkLst>
            <pc:docMk/>
            <pc:sldMk cId="316394295" sldId="257"/>
            <ac:spMk id="10" creationId="{92F92CF1-F33B-15AE-69CD-00E5636AAA3D}"/>
          </ac:spMkLst>
        </pc:spChg>
        <pc:spChg chg="mod">
          <ac:chgData name="Joshua Ewen" userId="ab85044203b25d2d" providerId="LiveId" clId="{23E8E32F-6DCE-4164-B2BA-17FC9CA7CCF0}" dt="2026-02-02T15:49:07.277" v="1027" actId="1035"/>
          <ac:spMkLst>
            <pc:docMk/>
            <pc:sldMk cId="316394295" sldId="257"/>
            <ac:spMk id="11" creationId="{42C74B3F-3CFF-EAD6-D6E3-9CE12D5FC206}"/>
          </ac:spMkLst>
        </pc:spChg>
        <pc:spChg chg="mod">
          <ac:chgData name="Joshua Ewen" userId="ab85044203b25d2d" providerId="LiveId" clId="{23E8E32F-6DCE-4164-B2BA-17FC9CA7CCF0}" dt="2026-02-02T15:49:07.277" v="1027" actId="1035"/>
          <ac:spMkLst>
            <pc:docMk/>
            <pc:sldMk cId="316394295" sldId="257"/>
            <ac:spMk id="12" creationId="{62A6CC48-53F2-98BE-F0FE-E00534ED2B55}"/>
          </ac:spMkLst>
        </pc:spChg>
        <pc:spChg chg="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13" creationId="{17AEFA1C-0AD9-5C2E-BB29-AEF54C963C64}"/>
          </ac:spMkLst>
        </pc:spChg>
        <pc:spChg chg="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14" creationId="{FDBD5402-E092-4B62-AC44-C4F7B2BC6D78}"/>
          </ac:spMkLst>
        </pc:spChg>
        <pc:spChg chg="mod">
          <ac:chgData name="Joshua Ewen" userId="ab85044203b25d2d" providerId="LiveId" clId="{23E8E32F-6DCE-4164-B2BA-17FC9CA7CCF0}" dt="2026-02-02T16:06:01.828" v="1515" actId="1035"/>
          <ac:spMkLst>
            <pc:docMk/>
            <pc:sldMk cId="316394295" sldId="257"/>
            <ac:spMk id="15" creationId="{82643D4E-64C5-2E65-5053-87B5AD3D5039}"/>
          </ac:spMkLst>
        </pc:spChg>
        <pc:spChg chg="add mod">
          <ac:chgData name="Joshua Ewen" userId="ab85044203b25d2d" providerId="LiveId" clId="{23E8E32F-6DCE-4164-B2BA-17FC9CA7CCF0}" dt="2026-02-02T16:03:31.935" v="1324" actId="1036"/>
          <ac:spMkLst>
            <pc:docMk/>
            <pc:sldMk cId="316394295" sldId="257"/>
            <ac:spMk id="22" creationId="{77126B5A-ED27-BC49-BFBA-326FF2F5C1DB}"/>
          </ac:spMkLst>
        </pc:spChg>
        <pc:spChg chg="add mod">
          <ac:chgData name="Joshua Ewen" userId="ab85044203b25d2d" providerId="LiveId" clId="{23E8E32F-6DCE-4164-B2BA-17FC9CA7CCF0}" dt="2026-02-02T16:11:38.518" v="1589" actId="20577"/>
          <ac:spMkLst>
            <pc:docMk/>
            <pc:sldMk cId="316394295" sldId="257"/>
            <ac:spMk id="24" creationId="{6607A9B9-C6E7-944E-0CEA-A87B9A5CD294}"/>
          </ac:spMkLst>
        </pc:spChg>
        <pc:spChg chg="add mod">
          <ac:chgData name="Joshua Ewen" userId="ab85044203b25d2d" providerId="LiveId" clId="{23E8E32F-6DCE-4164-B2BA-17FC9CA7CCF0}" dt="2026-02-02T15:49:45.205" v="1034" actId="1076"/>
          <ac:spMkLst>
            <pc:docMk/>
            <pc:sldMk cId="316394295" sldId="257"/>
            <ac:spMk id="26" creationId="{8F2794F1-2B54-C3E0-8702-D13251E05B86}"/>
          </ac:spMkLst>
        </pc:spChg>
        <pc:spChg chg="add 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28" creationId="{5A6E098E-9FED-A730-2247-925A4D09D89E}"/>
          </ac:spMkLst>
        </pc:spChg>
        <pc:spChg chg="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30" creationId="{6DC4315A-8B07-96C4-2557-1B30857790AE}"/>
          </ac:spMkLst>
        </pc:spChg>
        <pc:spChg chg="mod">
          <ac:chgData name="Joshua Ewen" userId="ab85044203b25d2d" providerId="LiveId" clId="{23E8E32F-6DCE-4164-B2BA-17FC9CA7CCF0}" dt="2026-02-02T16:07:40.476" v="1549" actId="1076"/>
          <ac:spMkLst>
            <pc:docMk/>
            <pc:sldMk cId="316394295" sldId="257"/>
            <ac:spMk id="31" creationId="{3C21BA3E-04D2-BF00-AAE7-79738E7729AE}"/>
          </ac:spMkLst>
        </pc:spChg>
        <pc:spChg chg="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32" creationId="{FB057919-FE94-F8D7-0672-6F98BBD6B64C}"/>
          </ac:spMkLst>
        </pc:spChg>
        <pc:spChg chg="add mod">
          <ac:chgData name="Joshua Ewen" userId="ab85044203b25d2d" providerId="LiveId" clId="{23E8E32F-6DCE-4164-B2BA-17FC9CA7CCF0}" dt="2026-02-02T15:44:54.950" v="880" actId="1076"/>
          <ac:spMkLst>
            <pc:docMk/>
            <pc:sldMk cId="316394295" sldId="257"/>
            <ac:spMk id="33" creationId="{6E013177-3D18-EF89-81DF-EA15D8DA2BA4}"/>
          </ac:spMkLst>
        </pc:spChg>
        <pc:spChg chg="add mod">
          <ac:chgData name="Joshua Ewen" userId="ab85044203b25d2d" providerId="LiveId" clId="{23E8E32F-6DCE-4164-B2BA-17FC9CA7CCF0}" dt="2026-02-02T15:44:49.126" v="879" actId="1076"/>
          <ac:spMkLst>
            <pc:docMk/>
            <pc:sldMk cId="316394295" sldId="257"/>
            <ac:spMk id="35" creationId="{171D1C06-2E4B-4B4E-0F34-BF0FE558C79C}"/>
          </ac:spMkLst>
        </pc:spChg>
        <pc:spChg chg="add 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37" creationId="{1CF82FA6-801A-ACAD-57BC-D695EFF67908}"/>
          </ac:spMkLst>
        </pc:spChg>
        <pc:spChg chg="add mod">
          <ac:chgData name="Joshua Ewen" userId="ab85044203b25d2d" providerId="LiveId" clId="{23E8E32F-6DCE-4164-B2BA-17FC9CA7CCF0}" dt="2026-02-02T15:49:40.104" v="1033" actId="1076"/>
          <ac:spMkLst>
            <pc:docMk/>
            <pc:sldMk cId="316394295" sldId="257"/>
            <ac:spMk id="39" creationId="{E2B253CB-3608-5309-1154-2A894152353A}"/>
          </ac:spMkLst>
        </pc:spChg>
        <pc:spChg chg="mod">
          <ac:chgData name="Joshua Ewen" userId="ab85044203b25d2d" providerId="LiveId" clId="{23E8E32F-6DCE-4164-B2BA-17FC9CA7CCF0}" dt="2026-02-02T15:24:02.650" v="345" actId="1076"/>
          <ac:spMkLst>
            <pc:docMk/>
            <pc:sldMk cId="316394295" sldId="257"/>
            <ac:spMk id="41" creationId="{3B1C74A5-5058-FAD2-2070-0E1327665587}"/>
          </ac:spMkLst>
        </pc:spChg>
        <pc:spChg chg="add mod">
          <ac:chgData name="Joshua Ewen" userId="ab85044203b25d2d" providerId="LiveId" clId="{23E8E32F-6DCE-4164-B2BA-17FC9CA7CCF0}" dt="2026-02-02T16:06:41.173" v="1540" actId="1038"/>
          <ac:spMkLst>
            <pc:docMk/>
            <pc:sldMk cId="316394295" sldId="257"/>
            <ac:spMk id="69" creationId="{058B0DFC-ADFB-72D2-B4CD-D5EECD9F919F}"/>
          </ac:spMkLst>
        </pc:spChg>
        <pc:spChg chg="add mod">
          <ac:chgData name="Joshua Ewen" userId="ab85044203b25d2d" providerId="LiveId" clId="{23E8E32F-6DCE-4164-B2BA-17FC9CA7CCF0}" dt="2026-02-02T16:10:58.458" v="1586" actId="1076"/>
          <ac:spMkLst>
            <pc:docMk/>
            <pc:sldMk cId="316394295" sldId="257"/>
            <ac:spMk id="70" creationId="{3FC9389B-2079-3439-05DE-806C6C216443}"/>
          </ac:spMkLst>
        </pc:spChg>
        <pc:spChg chg="add mod">
          <ac:chgData name="Joshua Ewen" userId="ab85044203b25d2d" providerId="LiveId" clId="{23E8E32F-6DCE-4164-B2BA-17FC9CA7CCF0}" dt="2026-02-02T16:03:31.935" v="1324" actId="1036"/>
          <ac:spMkLst>
            <pc:docMk/>
            <pc:sldMk cId="316394295" sldId="257"/>
            <ac:spMk id="71" creationId="{7B3E51BA-AAE0-A233-7B08-4EE010844712}"/>
          </ac:spMkLst>
        </pc:spChg>
        <pc:spChg chg="add mod">
          <ac:chgData name="Joshua Ewen" userId="ab85044203b25d2d" providerId="LiveId" clId="{23E8E32F-6DCE-4164-B2BA-17FC9CA7CCF0}" dt="2026-02-02T16:03:31.935" v="1324" actId="1036"/>
          <ac:spMkLst>
            <pc:docMk/>
            <pc:sldMk cId="316394295" sldId="257"/>
            <ac:spMk id="72" creationId="{A24046EC-C460-3844-212B-6840F8B4D3A9}"/>
          </ac:spMkLst>
        </pc:spChg>
        <pc:spChg chg="add mod">
          <ac:chgData name="Joshua Ewen" userId="ab85044203b25d2d" providerId="LiveId" clId="{23E8E32F-6DCE-4164-B2BA-17FC9CA7CCF0}" dt="2026-02-02T16:07:06.658" v="1544" actId="1076"/>
          <ac:spMkLst>
            <pc:docMk/>
            <pc:sldMk cId="316394295" sldId="257"/>
            <ac:spMk id="105" creationId="{3A7F861C-8F6E-9C67-46BC-E99C6BA2D79E}"/>
          </ac:spMkLst>
        </pc:spChg>
        <pc:spChg chg="add del mod">
          <ac:chgData name="Joshua Ewen" userId="ab85044203b25d2d" providerId="LiveId" clId="{23E8E32F-6DCE-4164-B2BA-17FC9CA7CCF0}" dt="2026-02-02T15:59:15.819" v="1188" actId="478"/>
          <ac:spMkLst>
            <pc:docMk/>
            <pc:sldMk cId="316394295" sldId="257"/>
            <ac:spMk id="106" creationId="{22EDDBFB-4309-FAD9-C29D-A37D2D959B4F}"/>
          </ac:spMkLst>
        </pc:spChg>
        <pc:spChg chg="add 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107" creationId="{DF0ED52A-A150-09AD-68F7-76FFAA0F75B3}"/>
          </ac:spMkLst>
        </pc:spChg>
        <pc:spChg chg="add 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108" creationId="{5330ABA5-DA7A-D9C9-8B5C-C5C9E163F4B7}"/>
          </ac:spMkLst>
        </pc:spChg>
        <pc:spChg chg="add mod">
          <ac:chgData name="Joshua Ewen" userId="ab85044203b25d2d" providerId="LiveId" clId="{23E8E32F-6DCE-4164-B2BA-17FC9CA7CCF0}" dt="2026-02-02T16:06:41.173" v="1540" actId="1038"/>
          <ac:spMkLst>
            <pc:docMk/>
            <pc:sldMk cId="316394295" sldId="257"/>
            <ac:spMk id="109" creationId="{0F11F8D3-DE12-A632-F720-48DD4B0F8F4A}"/>
          </ac:spMkLst>
        </pc:spChg>
        <pc:spChg chg="add mod">
          <ac:chgData name="Joshua Ewen" userId="ab85044203b25d2d" providerId="LiveId" clId="{23E8E32F-6DCE-4164-B2BA-17FC9CA7CCF0}" dt="2026-02-02T16:06:41.173" v="1540" actId="1038"/>
          <ac:spMkLst>
            <pc:docMk/>
            <pc:sldMk cId="316394295" sldId="257"/>
            <ac:spMk id="110" creationId="{0EDBA698-95CB-9808-749A-47144E52BE2C}"/>
          </ac:spMkLst>
        </pc:spChg>
        <pc:spChg chg="add mod">
          <ac:chgData name="Joshua Ewen" userId="ab85044203b25d2d" providerId="LiveId" clId="{23E8E32F-6DCE-4164-B2BA-17FC9CA7CCF0}" dt="2026-02-02T16:08:02.707" v="1550" actId="1076"/>
          <ac:spMkLst>
            <pc:docMk/>
            <pc:sldMk cId="316394295" sldId="257"/>
            <ac:spMk id="111" creationId="{6AB2CCF3-6A4C-F7F4-4788-F0847CF125E3}"/>
          </ac:spMkLst>
        </pc:spChg>
        <pc:spChg chg="add mod">
          <ac:chgData name="Joshua Ewen" userId="ab85044203b25d2d" providerId="LiveId" clId="{23E8E32F-6DCE-4164-B2BA-17FC9CA7CCF0}" dt="2026-02-02T16:03:45.743" v="1351" actId="1076"/>
          <ac:spMkLst>
            <pc:docMk/>
            <pc:sldMk cId="316394295" sldId="257"/>
            <ac:spMk id="170" creationId="{0B5281CB-A6ED-BE2C-D40E-4D69913AC03C}"/>
          </ac:spMkLst>
        </pc:spChg>
        <pc:spChg chg="add mod">
          <ac:chgData name="Joshua Ewen" userId="ab85044203b25d2d" providerId="LiveId" clId="{23E8E32F-6DCE-4164-B2BA-17FC9CA7CCF0}" dt="2026-02-02T16:06:45.268" v="1541" actId="1076"/>
          <ac:spMkLst>
            <pc:docMk/>
            <pc:sldMk cId="316394295" sldId="257"/>
            <ac:spMk id="197" creationId="{EC681800-A9CF-801A-4AF7-00E82A63D434}"/>
          </ac:spMkLst>
        </pc:spChg>
        <pc:spChg chg="add del">
          <ac:chgData name="Joshua Ewen" userId="ab85044203b25d2d" providerId="LiveId" clId="{23E8E32F-6DCE-4164-B2BA-17FC9CA7CCF0}" dt="2026-02-02T16:08:38.204" v="1555" actId="11529"/>
          <ac:spMkLst>
            <pc:docMk/>
            <pc:sldMk cId="316394295" sldId="257"/>
            <ac:spMk id="215" creationId="{52F8E807-1F83-AEDA-429A-5B4C7E6B443A}"/>
          </ac:spMkLst>
        </pc:spChg>
        <pc:spChg chg="add mod">
          <ac:chgData name="Joshua Ewen" userId="ab85044203b25d2d" providerId="LiveId" clId="{23E8E32F-6DCE-4164-B2BA-17FC9CA7CCF0}" dt="2026-02-02T16:10:13.848" v="1581" actId="1037"/>
          <ac:spMkLst>
            <pc:docMk/>
            <pc:sldMk cId="316394295" sldId="257"/>
            <ac:spMk id="216" creationId="{1B930798-CC4C-EC05-1AF2-E8A4C01A6275}"/>
          </ac:spMkLst>
        </pc:spChg>
        <pc:cxnChg chg="mod">
          <ac:chgData name="Joshua Ewen" userId="ab85044203b25d2d" providerId="LiveId" clId="{23E8E32F-6DCE-4164-B2BA-17FC9CA7CCF0}" dt="2026-02-02T16:06:01.828" v="1515" actId="1035"/>
          <ac:cxnSpMkLst>
            <pc:docMk/>
            <pc:sldMk cId="316394295" sldId="257"/>
            <ac:cxnSpMk id="17" creationId="{99515B84-7240-DC8E-DFA9-0A01A279952F}"/>
          </ac:cxnSpMkLst>
        </pc:cxnChg>
        <pc:cxnChg chg="add mod">
          <ac:chgData name="Joshua Ewen" userId="ab85044203b25d2d" providerId="LiveId" clId="{23E8E32F-6DCE-4164-B2BA-17FC9CA7CCF0}" dt="2026-02-02T16:11:16.273" v="1588" actId="14100"/>
          <ac:cxnSpMkLst>
            <pc:docMk/>
            <pc:sldMk cId="316394295" sldId="257"/>
            <ac:cxnSpMk id="18" creationId="{94A8D218-BB8C-6846-8123-A8EE951AD93C}"/>
          </ac:cxnSpMkLst>
        </pc:cxnChg>
        <pc:cxnChg chg="mod">
          <ac:chgData name="Joshua Ewen" userId="ab85044203b25d2d" providerId="LiveId" clId="{23E8E32F-6DCE-4164-B2BA-17FC9CA7CCF0}" dt="2026-02-02T16:06:01.828" v="1515" actId="1035"/>
          <ac:cxnSpMkLst>
            <pc:docMk/>
            <pc:sldMk cId="316394295" sldId="257"/>
            <ac:cxnSpMk id="19" creationId="{D442C29F-2C01-5093-C7E1-1BC6CA8A56C3}"/>
          </ac:cxnSpMkLst>
        </pc:cxnChg>
        <pc:cxnChg chg="mod">
          <ac:chgData name="Joshua Ewen" userId="ab85044203b25d2d" providerId="LiveId" clId="{23E8E32F-6DCE-4164-B2BA-17FC9CA7CCF0}" dt="2026-02-02T16:11:43.293" v="1590" actId="1076"/>
          <ac:cxnSpMkLst>
            <pc:docMk/>
            <pc:sldMk cId="316394295" sldId="257"/>
            <ac:cxnSpMk id="21" creationId="{13F6D269-762A-701C-D24C-8FAD6DB5241F}"/>
          </ac:cxnSpMkLst>
        </pc:cxnChg>
        <pc:cxnChg chg="mod">
          <ac:chgData name="Joshua Ewen" userId="ab85044203b25d2d" providerId="LiveId" clId="{23E8E32F-6DCE-4164-B2BA-17FC9CA7CCF0}" dt="2026-02-02T16:10:47.462" v="1584" actId="14100"/>
          <ac:cxnSpMkLst>
            <pc:docMk/>
            <pc:sldMk cId="316394295" sldId="257"/>
            <ac:cxnSpMk id="23" creationId="{E1BC673C-6CAB-0E24-CE4D-8A0225C8165A}"/>
          </ac:cxnSpMkLst>
        </pc:cxnChg>
        <pc:cxnChg chg="mod">
          <ac:chgData name="Joshua Ewen" userId="ab85044203b25d2d" providerId="LiveId" clId="{23E8E32F-6DCE-4164-B2BA-17FC9CA7CCF0}" dt="2026-02-02T16:10:51.925" v="1585" actId="14100"/>
          <ac:cxnSpMkLst>
            <pc:docMk/>
            <pc:sldMk cId="316394295" sldId="257"/>
            <ac:cxnSpMk id="25" creationId="{3261E0A4-02A9-55FE-D64C-B41B42FDE61D}"/>
          </ac:cxnSpMkLst>
        </pc:cxnChg>
        <pc:cxnChg chg="mod">
          <ac:chgData name="Joshua Ewen" userId="ab85044203b25d2d" providerId="LiveId" clId="{23E8E32F-6DCE-4164-B2BA-17FC9CA7CCF0}" dt="2026-02-02T15:20:04.153" v="307" actId="1037"/>
          <ac:cxnSpMkLst>
            <pc:docMk/>
            <pc:sldMk cId="316394295" sldId="257"/>
            <ac:cxnSpMk id="27" creationId="{6282C062-3B8B-3915-CF3B-DCB8E750E1C6}"/>
          </ac:cxnSpMkLst>
        </pc:cxnChg>
        <pc:cxnChg chg="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29" creationId="{B21E45C6-CE46-F3AB-2795-3090721D3FDA}"/>
          </ac:cxnSpMkLst>
        </pc:cxnChg>
        <pc:cxnChg chg="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34" creationId="{293F94A1-835B-E69E-86B8-CBA3416EF78B}"/>
          </ac:cxnSpMkLst>
        </pc:cxnChg>
        <pc:cxnChg chg="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36" creationId="{DF91AB93-79AD-2688-7082-6B2B941B3C51}"/>
          </ac:cxnSpMkLst>
        </pc:cxnChg>
        <pc:cxnChg chg="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38" creationId="{B4A81B24-4585-7C19-CC27-6A156890B178}"/>
          </ac:cxnSpMkLst>
        </pc:cxnChg>
        <pc:cxnChg chg="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40" creationId="{10DEAAF2-8D9A-EEF6-7B6F-95109BEDAED5}"/>
          </ac:cxnSpMkLst>
        </pc:cxnChg>
        <pc:cxnChg chg="add mod">
          <ac:chgData name="Joshua Ewen" userId="ab85044203b25d2d" providerId="LiveId" clId="{23E8E32F-6DCE-4164-B2BA-17FC9CA7CCF0}" dt="2026-02-02T15:49:40.104" v="1033" actId="1076"/>
          <ac:cxnSpMkLst>
            <pc:docMk/>
            <pc:sldMk cId="316394295" sldId="257"/>
            <ac:cxnSpMk id="43" creationId="{3A73FB7B-AB5D-6C51-84F7-37F4BA93D073}"/>
          </ac:cxnSpMkLst>
        </pc:cxnChg>
        <pc:cxnChg chg="add mod">
          <ac:chgData name="Joshua Ewen" userId="ab85044203b25d2d" providerId="LiveId" clId="{23E8E32F-6DCE-4164-B2BA-17FC9CA7CCF0}" dt="2026-02-02T15:44:34.911" v="875" actId="1076"/>
          <ac:cxnSpMkLst>
            <pc:docMk/>
            <pc:sldMk cId="316394295" sldId="257"/>
            <ac:cxnSpMk id="46" creationId="{0A90ADA0-12E1-D999-F09B-5E3E7681CA25}"/>
          </ac:cxnSpMkLst>
        </pc:cxnChg>
        <pc:cxnChg chg="add mod">
          <ac:chgData name="Joshua Ewen" userId="ab85044203b25d2d" providerId="LiveId" clId="{23E8E32F-6DCE-4164-B2BA-17FC9CA7CCF0}" dt="2026-02-02T15:44:49.126" v="879" actId="1076"/>
          <ac:cxnSpMkLst>
            <pc:docMk/>
            <pc:sldMk cId="316394295" sldId="257"/>
            <ac:cxnSpMk id="51" creationId="{9C731944-DA7F-FF63-3270-D3546F2ABAB2}"/>
          </ac:cxnSpMkLst>
        </pc:cxnChg>
        <pc:cxnChg chg="add mod">
          <ac:chgData name="Joshua Ewen" userId="ab85044203b25d2d" providerId="LiveId" clId="{23E8E32F-6DCE-4164-B2BA-17FC9CA7CCF0}" dt="2026-02-02T15:44:54.950" v="880" actId="1076"/>
          <ac:cxnSpMkLst>
            <pc:docMk/>
            <pc:sldMk cId="316394295" sldId="257"/>
            <ac:cxnSpMk id="53" creationId="{979BAA22-3B7C-C920-F349-7343C82839CD}"/>
          </ac:cxnSpMkLst>
        </pc:cxnChg>
        <pc:cxnChg chg="add mod">
          <ac:chgData name="Joshua Ewen" userId="ab85044203b25d2d" providerId="LiveId" clId="{23E8E32F-6DCE-4164-B2BA-17FC9CA7CCF0}" dt="2026-02-02T15:58:00.682" v="1181" actId="14100"/>
          <ac:cxnSpMkLst>
            <pc:docMk/>
            <pc:sldMk cId="316394295" sldId="257"/>
            <ac:cxnSpMk id="55" creationId="{DB028FCB-E0CF-DA4F-C812-6907D853BDFD}"/>
          </ac:cxnSpMkLst>
        </pc:cxnChg>
        <pc:cxnChg chg="add mod">
          <ac:chgData name="Joshua Ewen" userId="ab85044203b25d2d" providerId="LiveId" clId="{23E8E32F-6DCE-4164-B2BA-17FC9CA7CCF0}" dt="2026-02-02T15:49:45.205" v="1034" actId="1076"/>
          <ac:cxnSpMkLst>
            <pc:docMk/>
            <pc:sldMk cId="316394295" sldId="257"/>
            <ac:cxnSpMk id="59" creationId="{0DB67569-509E-1DF3-9928-F99A871BC8A0}"/>
          </ac:cxnSpMkLst>
        </pc:cxnChg>
        <pc:cxnChg chg="add mod">
          <ac:chgData name="Joshua Ewen" userId="ab85044203b25d2d" providerId="LiveId" clId="{23E8E32F-6DCE-4164-B2BA-17FC9CA7CCF0}" dt="2026-02-02T16:09:48.417" v="1565" actId="1076"/>
          <ac:cxnSpMkLst>
            <pc:docMk/>
            <pc:sldMk cId="316394295" sldId="257"/>
            <ac:cxnSpMk id="61" creationId="{5C5D12EA-4C07-D4C7-1E2D-88B3C7BD1B7A}"/>
          </ac:cxnSpMkLst>
        </pc:cxnChg>
        <pc:cxnChg chg="add mod">
          <ac:chgData name="Joshua Ewen" userId="ab85044203b25d2d" providerId="LiveId" clId="{23E8E32F-6DCE-4164-B2BA-17FC9CA7CCF0}" dt="2026-02-02T16:09:45.532" v="1564" actId="14100"/>
          <ac:cxnSpMkLst>
            <pc:docMk/>
            <pc:sldMk cId="316394295" sldId="257"/>
            <ac:cxnSpMk id="63" creationId="{7219DD6E-DB67-37D3-3271-E7D24A5BF7FE}"/>
          </ac:cxnSpMkLst>
        </pc:cxnChg>
        <pc:cxnChg chg="add mod">
          <ac:chgData name="Joshua Ewen" userId="ab85044203b25d2d" providerId="LiveId" clId="{23E8E32F-6DCE-4164-B2BA-17FC9CA7CCF0}" dt="2026-02-02T16:03:31.935" v="1324" actId="1036"/>
          <ac:cxnSpMkLst>
            <pc:docMk/>
            <pc:sldMk cId="316394295" sldId="257"/>
            <ac:cxnSpMk id="65" creationId="{E965A913-39A7-3B02-FAC1-ECDEC75394B2}"/>
          </ac:cxnSpMkLst>
        </pc:cxnChg>
        <pc:cxnChg chg="add mod">
          <ac:chgData name="Joshua Ewen" userId="ab85044203b25d2d" providerId="LiveId" clId="{23E8E32F-6DCE-4164-B2BA-17FC9CA7CCF0}" dt="2026-02-02T16:03:31.935" v="1324" actId="1036"/>
          <ac:cxnSpMkLst>
            <pc:docMk/>
            <pc:sldMk cId="316394295" sldId="257"/>
            <ac:cxnSpMk id="74" creationId="{DAF37CC5-348D-CEF7-5501-C1E7FDCA7727}"/>
          </ac:cxnSpMkLst>
        </pc:cxnChg>
        <pc:cxnChg chg="add mod">
          <ac:chgData name="Joshua Ewen" userId="ab85044203b25d2d" providerId="LiveId" clId="{23E8E32F-6DCE-4164-B2BA-17FC9CA7CCF0}" dt="2026-02-02T16:03:31.935" v="1324" actId="1036"/>
          <ac:cxnSpMkLst>
            <pc:docMk/>
            <pc:sldMk cId="316394295" sldId="257"/>
            <ac:cxnSpMk id="76" creationId="{56E98A97-C592-8465-FC7F-7C8A48A6EFCC}"/>
          </ac:cxnSpMkLst>
        </pc:cxnChg>
        <pc:cxnChg chg="add mod">
          <ac:chgData name="Joshua Ewen" userId="ab85044203b25d2d" providerId="LiveId" clId="{23E8E32F-6DCE-4164-B2BA-17FC9CA7CCF0}" dt="2026-02-02T16:03:31.935" v="1324" actId="1036"/>
          <ac:cxnSpMkLst>
            <pc:docMk/>
            <pc:sldMk cId="316394295" sldId="257"/>
            <ac:cxnSpMk id="78" creationId="{08AB1942-85CB-78C4-A033-873AFA76ACF4}"/>
          </ac:cxnSpMkLst>
        </pc:cxnChg>
        <pc:cxnChg chg="add mod">
          <ac:chgData name="Joshua Ewen" userId="ab85044203b25d2d" providerId="LiveId" clId="{23E8E32F-6DCE-4164-B2BA-17FC9CA7CCF0}" dt="2026-02-02T16:03:31.935" v="1324" actId="1036"/>
          <ac:cxnSpMkLst>
            <pc:docMk/>
            <pc:sldMk cId="316394295" sldId="257"/>
            <ac:cxnSpMk id="80" creationId="{44E11290-1A03-F90E-AC4C-FC8817BEF2DC}"/>
          </ac:cxnSpMkLst>
        </pc:cxnChg>
        <pc:cxnChg chg="add mod">
          <ac:chgData name="Joshua Ewen" userId="ab85044203b25d2d" providerId="LiveId" clId="{23E8E32F-6DCE-4164-B2BA-17FC9CA7CCF0}" dt="2026-02-02T16:05:57.288" v="1506" actId="14100"/>
          <ac:cxnSpMkLst>
            <pc:docMk/>
            <pc:sldMk cId="316394295" sldId="257"/>
            <ac:cxnSpMk id="102" creationId="{6F31EFD2-5634-D920-061E-208F5773A298}"/>
          </ac:cxnSpMkLst>
        </pc:cxnChg>
        <pc:cxnChg chg="add mod">
          <ac:chgData name="Joshua Ewen" userId="ab85044203b25d2d" providerId="LiveId" clId="{23E8E32F-6DCE-4164-B2BA-17FC9CA7CCF0}" dt="2026-02-02T16:06:41.173" v="1540" actId="1038"/>
          <ac:cxnSpMkLst>
            <pc:docMk/>
            <pc:sldMk cId="316394295" sldId="257"/>
            <ac:cxnSpMk id="104" creationId="{90B81069-EC02-1F98-BB0B-62B709867F85}"/>
          </ac:cxnSpMkLst>
        </pc:cxnChg>
        <pc:cxnChg chg="add mod">
          <ac:chgData name="Joshua Ewen" userId="ab85044203b25d2d" providerId="LiveId" clId="{23E8E32F-6DCE-4164-B2BA-17FC9CA7CCF0}" dt="2026-02-02T16:10:58.458" v="1586" actId="1076"/>
          <ac:cxnSpMkLst>
            <pc:docMk/>
            <pc:sldMk cId="316394295" sldId="257"/>
            <ac:cxnSpMk id="115" creationId="{067F1603-353C-84E9-3BC0-D1C4918C12F8}"/>
          </ac:cxnSpMkLst>
        </pc:cxnChg>
        <pc:cxnChg chg="add mod">
          <ac:chgData name="Joshua Ewen" userId="ab85044203b25d2d" providerId="LiveId" clId="{23E8E32F-6DCE-4164-B2BA-17FC9CA7CCF0}" dt="2026-02-02T16:08:06.285" v="1552" actId="14100"/>
          <ac:cxnSpMkLst>
            <pc:docMk/>
            <pc:sldMk cId="316394295" sldId="257"/>
            <ac:cxnSpMk id="118" creationId="{4770EF9E-9BFB-1B0A-12E1-0D8B13DFB08E}"/>
          </ac:cxnSpMkLst>
        </pc:cxnChg>
        <pc:cxnChg chg="add mod">
          <ac:chgData name="Joshua Ewen" userId="ab85044203b25d2d" providerId="LiveId" clId="{23E8E32F-6DCE-4164-B2BA-17FC9CA7CCF0}" dt="2026-02-02T16:10:58.458" v="1586" actId="1076"/>
          <ac:cxnSpMkLst>
            <pc:docMk/>
            <pc:sldMk cId="316394295" sldId="257"/>
            <ac:cxnSpMk id="120" creationId="{82A89BA1-FA83-5A53-BFEF-F4669C520554}"/>
          </ac:cxnSpMkLst>
        </pc:cxnChg>
        <pc:cxnChg chg="add mod">
          <ac:chgData name="Joshua Ewen" userId="ab85044203b25d2d" providerId="LiveId" clId="{23E8E32F-6DCE-4164-B2BA-17FC9CA7CCF0}" dt="2026-02-02T16:10:58.458" v="1586" actId="1076"/>
          <ac:cxnSpMkLst>
            <pc:docMk/>
            <pc:sldMk cId="316394295" sldId="257"/>
            <ac:cxnSpMk id="124" creationId="{9759C673-6424-00AD-1400-0EDEECD8FA24}"/>
          </ac:cxnSpMkLst>
        </pc:cxnChg>
        <pc:cxnChg chg="add mod">
          <ac:chgData name="Joshua Ewen" userId="ab85044203b25d2d" providerId="LiveId" clId="{23E8E32F-6DCE-4164-B2BA-17FC9CA7CCF0}" dt="2026-02-02T16:06:01.828" v="1515" actId="1035"/>
          <ac:cxnSpMkLst>
            <pc:docMk/>
            <pc:sldMk cId="316394295" sldId="257"/>
            <ac:cxnSpMk id="127" creationId="{32C8556D-38C2-85B1-223A-4A764B0099CD}"/>
          </ac:cxnSpMkLst>
        </pc:cxnChg>
        <pc:cxnChg chg="add mod">
          <ac:chgData name="Joshua Ewen" userId="ab85044203b25d2d" providerId="LiveId" clId="{23E8E32F-6DCE-4164-B2BA-17FC9CA7CCF0}" dt="2026-02-02T16:06:01.828" v="1515" actId="1035"/>
          <ac:cxnSpMkLst>
            <pc:docMk/>
            <pc:sldMk cId="316394295" sldId="257"/>
            <ac:cxnSpMk id="132" creationId="{85FD88DC-1FA0-0E06-FC77-040B4DD60C77}"/>
          </ac:cxnSpMkLst>
        </pc:cxnChg>
        <pc:cxnChg chg="add mod">
          <ac:chgData name="Joshua Ewen" userId="ab85044203b25d2d" providerId="LiveId" clId="{23E8E32F-6DCE-4164-B2BA-17FC9CA7CCF0}" dt="2026-02-02T16:10:58.458" v="1586" actId="1076"/>
          <ac:cxnSpMkLst>
            <pc:docMk/>
            <pc:sldMk cId="316394295" sldId="257"/>
            <ac:cxnSpMk id="134" creationId="{3227122B-79D3-652B-08F9-FED0DD05D614}"/>
          </ac:cxnSpMkLst>
        </pc:cxnChg>
        <pc:cxnChg chg="add 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146" creationId="{C2F300B9-07EA-9D83-8085-B064F6529C69}"/>
          </ac:cxnSpMkLst>
        </pc:cxnChg>
        <pc:cxnChg chg="add">
          <ac:chgData name="Joshua Ewen" userId="ab85044203b25d2d" providerId="LiveId" clId="{23E8E32F-6DCE-4164-B2BA-17FC9CA7CCF0}" dt="2026-02-02T15:54:49.398" v="1114" actId="11529"/>
          <ac:cxnSpMkLst>
            <pc:docMk/>
            <pc:sldMk cId="316394295" sldId="257"/>
            <ac:cxnSpMk id="148" creationId="{96F8B973-5978-C8C8-79DA-AE6960103E2C}"/>
          </ac:cxnSpMkLst>
        </pc:cxnChg>
        <pc:cxnChg chg="add mod">
          <ac:chgData name="Joshua Ewen" userId="ab85044203b25d2d" providerId="LiveId" clId="{23E8E32F-6DCE-4164-B2BA-17FC9CA7CCF0}" dt="2026-02-02T16:10:02.122" v="1567" actId="1076"/>
          <ac:cxnSpMkLst>
            <pc:docMk/>
            <pc:sldMk cId="316394295" sldId="257"/>
            <ac:cxnSpMk id="150" creationId="{74D1BCB2-24C1-D62C-FBB3-FCBE5C83662B}"/>
          </ac:cxnSpMkLst>
        </pc:cxnChg>
        <pc:cxnChg chg="add">
          <ac:chgData name="Joshua Ewen" userId="ab85044203b25d2d" providerId="LiveId" clId="{23E8E32F-6DCE-4164-B2BA-17FC9CA7CCF0}" dt="2026-02-02T15:56:31.259" v="1145" actId="11529"/>
          <ac:cxnSpMkLst>
            <pc:docMk/>
            <pc:sldMk cId="316394295" sldId="257"/>
            <ac:cxnSpMk id="152" creationId="{24EB0FA8-46D3-F2D5-4FC2-CD9BEA1DC4D4}"/>
          </ac:cxnSpMkLst>
        </pc:cxnChg>
        <pc:cxnChg chg="add mod">
          <ac:chgData name="Joshua Ewen" userId="ab85044203b25d2d" providerId="LiveId" clId="{23E8E32F-6DCE-4164-B2BA-17FC9CA7CCF0}" dt="2026-02-02T15:57:30.218" v="1153" actId="1076"/>
          <ac:cxnSpMkLst>
            <pc:docMk/>
            <pc:sldMk cId="316394295" sldId="257"/>
            <ac:cxnSpMk id="154" creationId="{5A8CAA96-9A6B-B556-F327-BBBC6977BDD1}"/>
          </ac:cxnSpMkLst>
        </pc:cxnChg>
        <pc:cxnChg chg="add mod">
          <ac:chgData name="Joshua Ewen" userId="ab85044203b25d2d" providerId="LiveId" clId="{23E8E32F-6DCE-4164-B2BA-17FC9CA7CCF0}" dt="2026-02-02T15:59:27.437" v="1191" actId="1076"/>
          <ac:cxnSpMkLst>
            <pc:docMk/>
            <pc:sldMk cId="316394295" sldId="257"/>
            <ac:cxnSpMk id="158" creationId="{E8532BED-8F5A-2268-9360-F8B0B21A1D3B}"/>
          </ac:cxnSpMkLst>
        </pc:cxnChg>
        <pc:cxnChg chg="add mod">
          <ac:chgData name="Joshua Ewen" userId="ab85044203b25d2d" providerId="LiveId" clId="{23E8E32F-6DCE-4164-B2BA-17FC9CA7CCF0}" dt="2026-02-02T16:07:06.658" v="1544" actId="1076"/>
          <ac:cxnSpMkLst>
            <pc:docMk/>
            <pc:sldMk cId="316394295" sldId="257"/>
            <ac:cxnSpMk id="162" creationId="{51EFBAE3-7204-C89F-24B0-3C4B695554F3}"/>
          </ac:cxnSpMkLst>
        </pc:cxnChg>
        <pc:cxnChg chg="add mod">
          <ac:chgData name="Joshua Ewen" userId="ab85044203b25d2d" providerId="LiveId" clId="{23E8E32F-6DCE-4164-B2BA-17FC9CA7CCF0}" dt="2026-02-02T16:07:06.658" v="1544" actId="1076"/>
          <ac:cxnSpMkLst>
            <pc:docMk/>
            <pc:sldMk cId="316394295" sldId="257"/>
            <ac:cxnSpMk id="164" creationId="{FAD1519B-BDD8-F828-8181-1E56CDE34191}"/>
          </ac:cxnSpMkLst>
        </pc:cxnChg>
        <pc:cxnChg chg="add mod">
          <ac:chgData name="Joshua Ewen" userId="ab85044203b25d2d" providerId="LiveId" clId="{23E8E32F-6DCE-4164-B2BA-17FC9CA7CCF0}" dt="2026-02-02T16:07:06.658" v="1544" actId="1076"/>
          <ac:cxnSpMkLst>
            <pc:docMk/>
            <pc:sldMk cId="316394295" sldId="257"/>
            <ac:cxnSpMk id="166" creationId="{DB176E0E-3915-7D64-7655-1AB8CE05CCFF}"/>
          </ac:cxnSpMkLst>
        </pc:cxnChg>
        <pc:cxnChg chg="add mod ord">
          <ac:chgData name="Joshua Ewen" userId="ab85044203b25d2d" providerId="LiveId" clId="{23E8E32F-6DCE-4164-B2BA-17FC9CA7CCF0}" dt="2026-02-02T16:07:17.211" v="1545" actId="14100"/>
          <ac:cxnSpMkLst>
            <pc:docMk/>
            <pc:sldMk cId="316394295" sldId="257"/>
            <ac:cxnSpMk id="169" creationId="{3800C6A0-C469-35E0-7C4A-E26B0894E467}"/>
          </ac:cxnSpMkLst>
        </pc:cxnChg>
        <pc:cxnChg chg="add">
          <ac:chgData name="Joshua Ewen" userId="ab85044203b25d2d" providerId="LiveId" clId="{23E8E32F-6DCE-4164-B2BA-17FC9CA7CCF0}" dt="2026-02-02T16:03:54.821" v="1352" actId="11529"/>
          <ac:cxnSpMkLst>
            <pc:docMk/>
            <pc:sldMk cId="316394295" sldId="257"/>
            <ac:cxnSpMk id="172" creationId="{5F71521C-A0DE-C43B-F957-7402345351E6}"/>
          </ac:cxnSpMkLst>
        </pc:cxnChg>
        <pc:cxnChg chg="add">
          <ac:chgData name="Joshua Ewen" userId="ab85044203b25d2d" providerId="LiveId" clId="{23E8E32F-6DCE-4164-B2BA-17FC9CA7CCF0}" dt="2026-02-02T16:06:50.988" v="1542" actId="11529"/>
          <ac:cxnSpMkLst>
            <pc:docMk/>
            <pc:sldMk cId="316394295" sldId="257"/>
            <ac:cxnSpMk id="199" creationId="{BF8DE1DB-062D-99ED-4067-191DAE816BA3}"/>
          </ac:cxnSpMkLst>
        </pc:cxnChg>
        <pc:cxnChg chg="add">
          <ac:chgData name="Joshua Ewen" userId="ab85044203b25d2d" providerId="LiveId" clId="{23E8E32F-6DCE-4164-B2BA-17FC9CA7CCF0}" dt="2026-02-02T16:06:55.556" v="1543" actId="11529"/>
          <ac:cxnSpMkLst>
            <pc:docMk/>
            <pc:sldMk cId="316394295" sldId="257"/>
            <ac:cxnSpMk id="201" creationId="{BC06E87A-8616-01DB-EDD0-AD0E04CCC60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1646133"/>
            <a:ext cx="13213080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5282989"/>
            <a:ext cx="11658600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5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10" y="2507618"/>
            <a:ext cx="13407390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10" y="6731215"/>
            <a:ext cx="13407390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82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1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2677584"/>
            <a:ext cx="660654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2677584"/>
            <a:ext cx="660654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1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35519"/>
            <a:ext cx="1340739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2465706"/>
            <a:ext cx="6576178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3674110"/>
            <a:ext cx="6576178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6" y="2465706"/>
            <a:ext cx="6608565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6" y="3674110"/>
            <a:ext cx="6608565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1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5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9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670560"/>
            <a:ext cx="5013603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1448226"/>
            <a:ext cx="7869555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3017520"/>
            <a:ext cx="5013603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3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670560"/>
            <a:ext cx="5013603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1448226"/>
            <a:ext cx="7869555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3017520"/>
            <a:ext cx="5013603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7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3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8" y="535517"/>
            <a:ext cx="3351848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6" y="535517"/>
            <a:ext cx="9861233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5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535519"/>
            <a:ext cx="1340739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2677584"/>
            <a:ext cx="1340739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9322649"/>
            <a:ext cx="34975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15DB4-E0A6-490C-AEFD-310B9B97FA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9322649"/>
            <a:ext cx="524637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9322649"/>
            <a:ext cx="34975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0DA8D-1FE6-4515-955A-A35B0B64F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9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800C6A0-C469-35E0-7C4A-E26B0894E467}"/>
              </a:ext>
            </a:extLst>
          </p:cNvPr>
          <p:cNvCxnSpPr>
            <a:cxnSpLocks/>
            <a:stCxn id="105" idx="4"/>
            <a:endCxn id="30" idx="2"/>
          </p:cNvCxnSpPr>
          <p:nvPr/>
        </p:nvCxnSpPr>
        <p:spPr>
          <a:xfrm>
            <a:off x="2417314" y="2776291"/>
            <a:ext cx="10732764" cy="2777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79AB2A9-E30B-CF9E-7A18-EC5D36E4303E}"/>
              </a:ext>
            </a:extLst>
          </p:cNvPr>
          <p:cNvSpPr/>
          <p:nvPr/>
        </p:nvSpPr>
        <p:spPr>
          <a:xfrm>
            <a:off x="8426723" y="734308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Joint attention deficit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AA1021-C26C-E124-BFAB-5E9F86CF1E87}"/>
              </a:ext>
            </a:extLst>
          </p:cNvPr>
          <p:cNvSpPr/>
          <p:nvPr/>
        </p:nvSpPr>
        <p:spPr>
          <a:xfrm>
            <a:off x="7717063" y="3269298"/>
            <a:ext cx="1608709" cy="616527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attention to faces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197FF9-FAE5-3A58-8C9C-3C41627FE30A}"/>
              </a:ext>
            </a:extLst>
          </p:cNvPr>
          <p:cNvSpPr/>
          <p:nvPr/>
        </p:nvSpPr>
        <p:spPr>
          <a:xfrm>
            <a:off x="905175" y="7044345"/>
            <a:ext cx="1960868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perceptual processing speed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D83593-928D-BE50-CF0B-51A91B85E290}"/>
              </a:ext>
            </a:extLst>
          </p:cNvPr>
          <p:cNvSpPr/>
          <p:nvPr/>
        </p:nvSpPr>
        <p:spPr>
          <a:xfrm>
            <a:off x="2606374" y="8698542"/>
            <a:ext cx="1848221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cognitive processing speed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06A9AA-8CA1-2424-45AA-ABBC7C1B7875}"/>
              </a:ext>
            </a:extLst>
          </p:cNvPr>
          <p:cNvSpPr/>
          <p:nvPr/>
        </p:nvSpPr>
        <p:spPr>
          <a:xfrm>
            <a:off x="11856521" y="4072724"/>
            <a:ext cx="2094924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verbal and language abilities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66475C-7E6D-3D73-19AB-4E0264104CE4}"/>
              </a:ext>
            </a:extLst>
          </p:cNvPr>
          <p:cNvSpPr/>
          <p:nvPr/>
        </p:nvSpPr>
        <p:spPr>
          <a:xfrm>
            <a:off x="11225590" y="5982973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 auditory processing atypicalities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F92CF1-F33B-15AE-69CD-00E5636AAA3D}"/>
              </a:ext>
            </a:extLst>
          </p:cNvPr>
          <p:cNvSpPr/>
          <p:nvPr/>
        </p:nvSpPr>
        <p:spPr>
          <a:xfrm>
            <a:off x="3197745" y="5070299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action imitation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C74B3F-3CFF-EAD6-D6E3-9CE12D5FC206}"/>
              </a:ext>
            </a:extLst>
          </p:cNvPr>
          <p:cNvSpPr/>
          <p:nvPr/>
        </p:nvSpPr>
        <p:spPr>
          <a:xfrm>
            <a:off x="4729535" y="2585407"/>
            <a:ext cx="2113311" cy="8721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recognition of facial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stimuli involving motion or emotion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A6CC48-53F2-98BE-F0FE-E00534ED2B55}"/>
              </a:ext>
            </a:extLst>
          </p:cNvPr>
          <p:cNvSpPr/>
          <p:nvPr/>
        </p:nvSpPr>
        <p:spPr>
          <a:xfrm>
            <a:off x="4260715" y="3997662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facial imitation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AEFA1C-0AD9-5C2E-BB29-AEF54C963C64}"/>
              </a:ext>
            </a:extLst>
          </p:cNvPr>
          <p:cNvSpPr/>
          <p:nvPr/>
        </p:nvSpPr>
        <p:spPr>
          <a:xfrm>
            <a:off x="5116230" y="4936904"/>
            <a:ext cx="2394016" cy="949827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ability to process eye, lip and emotional facial movements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BD5402-E092-4B62-AC44-C4F7B2BC6D78}"/>
              </a:ext>
            </a:extLst>
          </p:cNvPr>
          <p:cNvSpPr/>
          <p:nvPr/>
        </p:nvSpPr>
        <p:spPr>
          <a:xfrm>
            <a:off x="5205814" y="8372136"/>
            <a:ext cx="2214848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ability to process and couple rapid stimuli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2643D4E-64C5-2E65-5053-87B5AD3D5039}"/>
              </a:ext>
            </a:extLst>
          </p:cNvPr>
          <p:cNvSpPr/>
          <p:nvPr/>
        </p:nvSpPr>
        <p:spPr>
          <a:xfrm>
            <a:off x="5205814" y="6732421"/>
            <a:ext cx="2214848" cy="981891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Impaired perception and integration of rapid biological motion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515B84-7240-DC8E-DFA9-0A01A279952F}"/>
              </a:ext>
            </a:extLst>
          </p:cNvPr>
          <p:cNvCxnSpPr>
            <a:stCxn id="14" idx="0"/>
            <a:endCxn id="15" idx="4"/>
          </p:cNvCxnSpPr>
          <p:nvPr/>
        </p:nvCxnSpPr>
        <p:spPr>
          <a:xfrm flipV="1">
            <a:off x="6313238" y="7714312"/>
            <a:ext cx="0" cy="657825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42C29F-2C01-5093-C7E1-1BC6CA8A56C3}"/>
              </a:ext>
            </a:extLst>
          </p:cNvPr>
          <p:cNvCxnSpPr>
            <a:cxnSpLocks/>
            <a:stCxn id="15" idx="0"/>
            <a:endCxn id="13" idx="4"/>
          </p:cNvCxnSpPr>
          <p:nvPr/>
        </p:nvCxnSpPr>
        <p:spPr>
          <a:xfrm flipV="1">
            <a:off x="6313238" y="5886730"/>
            <a:ext cx="0" cy="84569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F6D269-762A-701C-D24C-8FAD6DB5241F}"/>
              </a:ext>
            </a:extLst>
          </p:cNvPr>
          <p:cNvCxnSpPr>
            <a:cxnSpLocks/>
            <a:stCxn id="13" idx="0"/>
            <a:endCxn id="3" idx="3"/>
          </p:cNvCxnSpPr>
          <p:nvPr/>
        </p:nvCxnSpPr>
        <p:spPr>
          <a:xfrm flipV="1">
            <a:off x="6313238" y="3795537"/>
            <a:ext cx="1639415" cy="114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BC673C-6CAB-0E24-CE4D-8A0225C8165A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5721175" y="4580665"/>
            <a:ext cx="592063" cy="356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61E0A4-02A9-55FE-D64C-B41B42FDE61D}"/>
              </a:ext>
            </a:extLst>
          </p:cNvPr>
          <p:cNvCxnSpPr>
            <a:cxnSpLocks/>
            <a:stCxn id="13" idx="0"/>
            <a:endCxn id="11" idx="4"/>
          </p:cNvCxnSpPr>
          <p:nvPr/>
        </p:nvCxnSpPr>
        <p:spPr>
          <a:xfrm flipH="1" flipV="1">
            <a:off x="5786191" y="3457552"/>
            <a:ext cx="527047" cy="147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282C062-3B8B-3915-CF3B-DCB8E750E1C6}"/>
              </a:ext>
            </a:extLst>
          </p:cNvPr>
          <p:cNvCxnSpPr>
            <a:stCxn id="13" idx="2"/>
            <a:endCxn id="10" idx="6"/>
          </p:cNvCxnSpPr>
          <p:nvPr/>
        </p:nvCxnSpPr>
        <p:spPr>
          <a:xfrm flipH="1" flipV="1">
            <a:off x="4908778" y="5411814"/>
            <a:ext cx="20745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1E45C6-CE46-F3AB-2795-3090721D3FDA}"/>
              </a:ext>
            </a:extLst>
          </p:cNvPr>
          <p:cNvCxnSpPr>
            <a:cxnSpLocks/>
            <a:stCxn id="14" idx="7"/>
            <a:endCxn id="9" idx="2"/>
          </p:cNvCxnSpPr>
          <p:nvPr/>
        </p:nvCxnSpPr>
        <p:spPr>
          <a:xfrm flipV="1">
            <a:off x="7096305" y="6324489"/>
            <a:ext cx="4129284" cy="2147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DC4315A-8B07-96C4-2557-1B30857790AE}"/>
              </a:ext>
            </a:extLst>
          </p:cNvPr>
          <p:cNvSpPr/>
          <p:nvPr/>
        </p:nvSpPr>
        <p:spPr>
          <a:xfrm>
            <a:off x="13150079" y="5212098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verbal comprehension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21BA3E-04D2-BF00-AAE7-79738E7729AE}"/>
              </a:ext>
            </a:extLst>
          </p:cNvPr>
          <p:cNvSpPr/>
          <p:nvPr/>
        </p:nvSpPr>
        <p:spPr>
          <a:xfrm>
            <a:off x="10460479" y="4964085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verbal imitation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057919-FE94-F8D7-0672-6F98BBD6B64C}"/>
              </a:ext>
            </a:extLst>
          </p:cNvPr>
          <p:cNvSpPr/>
          <p:nvPr/>
        </p:nvSpPr>
        <p:spPr>
          <a:xfrm>
            <a:off x="13491717" y="6168469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phoneme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categorization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3F94A1-835B-E69E-86B8-CBA3416EF78B}"/>
              </a:ext>
            </a:extLst>
          </p:cNvPr>
          <p:cNvCxnSpPr>
            <a:stCxn id="9" idx="6"/>
            <a:endCxn id="32" idx="2"/>
          </p:cNvCxnSpPr>
          <p:nvPr/>
        </p:nvCxnSpPr>
        <p:spPr>
          <a:xfrm>
            <a:off x="12936624" y="6324488"/>
            <a:ext cx="555092" cy="185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91AB93-79AD-2688-7082-6B2B941B3C51}"/>
              </a:ext>
            </a:extLst>
          </p:cNvPr>
          <p:cNvCxnSpPr>
            <a:cxnSpLocks/>
            <a:stCxn id="9" idx="7"/>
            <a:endCxn id="30" idx="2"/>
          </p:cNvCxnSpPr>
          <p:nvPr/>
        </p:nvCxnSpPr>
        <p:spPr>
          <a:xfrm flipV="1">
            <a:off x="12686050" y="5553614"/>
            <a:ext cx="464029" cy="529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A81B24-4585-7C19-CC27-6A156890B178}"/>
              </a:ext>
            </a:extLst>
          </p:cNvPr>
          <p:cNvCxnSpPr>
            <a:cxnSpLocks/>
            <a:stCxn id="9" idx="0"/>
            <a:endCxn id="31" idx="4"/>
          </p:cNvCxnSpPr>
          <p:nvPr/>
        </p:nvCxnSpPr>
        <p:spPr>
          <a:xfrm flipH="1" flipV="1">
            <a:off x="11315997" y="5647115"/>
            <a:ext cx="765111" cy="335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0DEAAF2-8D9A-EEF6-7B6F-95109BEDAED5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12081107" y="4755755"/>
            <a:ext cx="822876" cy="1227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3B1C74A5-5058-FAD2-2070-0E1327665587}"/>
              </a:ext>
            </a:extLst>
          </p:cNvPr>
          <p:cNvSpPr/>
          <p:nvPr/>
        </p:nvSpPr>
        <p:spPr>
          <a:xfrm>
            <a:off x="1408999" y="7888092"/>
            <a:ext cx="1848221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motor </a:t>
            </a:r>
            <a:r>
              <a:rPr lang="en-US" sz="12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(processing) speed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A8D218-BB8C-6846-8123-A8EE951AD93C}"/>
              </a:ext>
            </a:extLst>
          </p:cNvPr>
          <p:cNvCxnSpPr>
            <a:cxnSpLocks/>
            <a:stCxn id="14" idx="1"/>
            <a:endCxn id="4" idx="5"/>
          </p:cNvCxnSpPr>
          <p:nvPr/>
        </p:nvCxnSpPr>
        <p:spPr>
          <a:xfrm flipH="1" flipV="1">
            <a:off x="2578881" y="7627348"/>
            <a:ext cx="2951290" cy="844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7126B5A-ED27-BC49-BFBA-326FF2F5C1DB}"/>
              </a:ext>
            </a:extLst>
          </p:cNvPr>
          <p:cNvSpPr/>
          <p:nvPr/>
        </p:nvSpPr>
        <p:spPr>
          <a:xfrm>
            <a:off x="7301569" y="1478438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eye direction detection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607A9B9-C6E7-944E-0CEA-A87B9A5CD294}"/>
              </a:ext>
            </a:extLst>
          </p:cNvPr>
          <p:cNvSpPr/>
          <p:nvPr/>
        </p:nvSpPr>
        <p:spPr>
          <a:xfrm>
            <a:off x="7391949" y="2346929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eye movement detection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F2794F1-2B54-C3E0-8702-D13251E05B86}"/>
              </a:ext>
            </a:extLst>
          </p:cNvPr>
          <p:cNvSpPr/>
          <p:nvPr/>
        </p:nvSpPr>
        <p:spPr>
          <a:xfrm>
            <a:off x="1819450" y="4480981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sensory-motor processing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6E098E-9FED-A730-2247-925A4D09D89E}"/>
              </a:ext>
            </a:extLst>
          </p:cNvPr>
          <p:cNvSpPr/>
          <p:nvPr/>
        </p:nvSpPr>
        <p:spPr>
          <a:xfrm>
            <a:off x="10288278" y="7385861"/>
            <a:ext cx="1711035" cy="728189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pitch/enhanced pitch sensitivity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E013177-3D18-EF89-81DF-EA15D8DA2BA4}"/>
              </a:ext>
            </a:extLst>
          </p:cNvPr>
          <p:cNvSpPr/>
          <p:nvPr/>
        </p:nvSpPr>
        <p:spPr>
          <a:xfrm>
            <a:off x="12173784" y="7426351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spatial memory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71D1C06-2E4B-4B4E-0F34-BF0FE558C79C}"/>
              </a:ext>
            </a:extLst>
          </p:cNvPr>
          <p:cNvSpPr/>
          <p:nvPr/>
        </p:nvSpPr>
        <p:spPr>
          <a:xfrm>
            <a:off x="11106696" y="8372136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Central Coherence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CF82FA6-801A-ACAD-57BC-D695EFF67908}"/>
              </a:ext>
            </a:extLst>
          </p:cNvPr>
          <p:cNvSpPr/>
          <p:nvPr/>
        </p:nvSpPr>
        <p:spPr>
          <a:xfrm>
            <a:off x="8462215" y="8372136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Overfocus on static stimuli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B253CB-3608-5309-1154-2A894152353A}"/>
              </a:ext>
            </a:extLst>
          </p:cNvPr>
          <p:cNvSpPr/>
          <p:nvPr/>
        </p:nvSpPr>
        <p:spPr>
          <a:xfrm>
            <a:off x="420033" y="5756641"/>
            <a:ext cx="1711035" cy="8354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face processing in emotional contexts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73FB7B-AB5D-6C51-84F7-37F4BA93D073}"/>
              </a:ext>
            </a:extLst>
          </p:cNvPr>
          <p:cNvCxnSpPr>
            <a:stCxn id="4" idx="0"/>
            <a:endCxn id="39" idx="4"/>
          </p:cNvCxnSpPr>
          <p:nvPr/>
        </p:nvCxnSpPr>
        <p:spPr>
          <a:xfrm flipH="1" flipV="1">
            <a:off x="1275549" y="6592071"/>
            <a:ext cx="610060" cy="452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A90ADA0-12E1-D999-F09B-5E3E7681CA25}"/>
              </a:ext>
            </a:extLst>
          </p:cNvPr>
          <p:cNvCxnSpPr>
            <a:cxnSpLocks/>
            <a:stCxn id="14" idx="6"/>
            <a:endCxn id="37" idx="2"/>
          </p:cNvCxnSpPr>
          <p:nvPr/>
        </p:nvCxnSpPr>
        <p:spPr>
          <a:xfrm>
            <a:off x="7420664" y="8713651"/>
            <a:ext cx="10415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C731944-DA7F-FF63-3270-D3546F2ABAB2}"/>
              </a:ext>
            </a:extLst>
          </p:cNvPr>
          <p:cNvCxnSpPr>
            <a:cxnSpLocks/>
            <a:stCxn id="37" idx="6"/>
            <a:endCxn id="35" idx="2"/>
          </p:cNvCxnSpPr>
          <p:nvPr/>
        </p:nvCxnSpPr>
        <p:spPr>
          <a:xfrm>
            <a:off x="10173248" y="8713651"/>
            <a:ext cx="933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79BAA22-3B7C-C920-F349-7343C82839CD}"/>
              </a:ext>
            </a:extLst>
          </p:cNvPr>
          <p:cNvCxnSpPr>
            <a:stCxn id="35" idx="0"/>
            <a:endCxn id="33" idx="3"/>
          </p:cNvCxnSpPr>
          <p:nvPr/>
        </p:nvCxnSpPr>
        <p:spPr>
          <a:xfrm flipV="1">
            <a:off x="11962214" y="8009354"/>
            <a:ext cx="462145" cy="362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028FCB-E0CF-DA4F-C812-6907D853BDFD}"/>
              </a:ext>
            </a:extLst>
          </p:cNvPr>
          <p:cNvCxnSpPr>
            <a:cxnSpLocks/>
            <a:stCxn id="35" idx="0"/>
            <a:endCxn id="28" idx="4"/>
          </p:cNvCxnSpPr>
          <p:nvPr/>
        </p:nvCxnSpPr>
        <p:spPr>
          <a:xfrm flipH="1" flipV="1">
            <a:off x="11143795" y="8114050"/>
            <a:ext cx="818418" cy="258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B67569-509E-1DF3-9928-F99A871BC8A0}"/>
              </a:ext>
            </a:extLst>
          </p:cNvPr>
          <p:cNvCxnSpPr>
            <a:stCxn id="4" idx="0"/>
            <a:endCxn id="26" idx="4"/>
          </p:cNvCxnSpPr>
          <p:nvPr/>
        </p:nvCxnSpPr>
        <p:spPr>
          <a:xfrm flipV="1">
            <a:off x="1885611" y="5164011"/>
            <a:ext cx="789357" cy="1880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5D12EA-4C07-D4C7-1E2D-88B3C7BD1B7A}"/>
              </a:ext>
            </a:extLst>
          </p:cNvPr>
          <p:cNvCxnSpPr>
            <a:stCxn id="14" idx="2"/>
            <a:endCxn id="6" idx="6"/>
          </p:cNvCxnSpPr>
          <p:nvPr/>
        </p:nvCxnSpPr>
        <p:spPr>
          <a:xfrm flipH="1">
            <a:off x="4454594" y="8713651"/>
            <a:ext cx="751220" cy="32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219DD6E-DB67-37D3-3271-E7D24A5BF7FE}"/>
              </a:ext>
            </a:extLst>
          </p:cNvPr>
          <p:cNvCxnSpPr>
            <a:cxnSpLocks/>
            <a:stCxn id="14" idx="2"/>
            <a:endCxn id="41" idx="5"/>
          </p:cNvCxnSpPr>
          <p:nvPr/>
        </p:nvCxnSpPr>
        <p:spPr>
          <a:xfrm flipH="1" flipV="1">
            <a:off x="2986554" y="8471095"/>
            <a:ext cx="2219261" cy="24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965A913-39A7-3B02-FAC1-ECDEC75394B2}"/>
              </a:ext>
            </a:extLst>
          </p:cNvPr>
          <p:cNvCxnSpPr>
            <a:cxnSpLocks/>
            <a:stCxn id="13" idx="0"/>
            <a:endCxn id="24" idx="3"/>
          </p:cNvCxnSpPr>
          <p:nvPr/>
        </p:nvCxnSpPr>
        <p:spPr>
          <a:xfrm flipV="1">
            <a:off x="6313239" y="2929933"/>
            <a:ext cx="1329285" cy="2006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058B0DFC-ADFB-72D2-B4CD-D5EECD9F919F}"/>
              </a:ext>
            </a:extLst>
          </p:cNvPr>
          <p:cNvSpPr/>
          <p:nvPr/>
        </p:nvSpPr>
        <p:spPr>
          <a:xfrm>
            <a:off x="8630765" y="4864058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lip movement processing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FC9389B-2079-3439-05DE-806C6C216443}"/>
              </a:ext>
            </a:extLst>
          </p:cNvPr>
          <p:cNvSpPr/>
          <p:nvPr/>
        </p:nvSpPr>
        <p:spPr>
          <a:xfrm>
            <a:off x="2526487" y="6329263"/>
            <a:ext cx="1711035" cy="8354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Impaired proprioceptive flow processing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B3E51BA-AAE0-A233-7B08-4EE010844712}"/>
              </a:ext>
            </a:extLst>
          </p:cNvPr>
          <p:cNvSpPr/>
          <p:nvPr/>
        </p:nvSpPr>
        <p:spPr>
          <a:xfrm>
            <a:off x="10006370" y="1084706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Mindblindness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24046EC-C460-3844-212B-6840F8B4D3A9}"/>
              </a:ext>
            </a:extLst>
          </p:cNvPr>
          <p:cNvSpPr/>
          <p:nvPr/>
        </p:nvSpPr>
        <p:spPr>
          <a:xfrm>
            <a:off x="9564458" y="1892045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Decreased eye contact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AF37CC5-348D-CEF7-5501-C1E7FDCA7727}"/>
              </a:ext>
            </a:extLst>
          </p:cNvPr>
          <p:cNvCxnSpPr>
            <a:stCxn id="24" idx="0"/>
            <a:endCxn id="22" idx="4"/>
          </p:cNvCxnSpPr>
          <p:nvPr/>
        </p:nvCxnSpPr>
        <p:spPr>
          <a:xfrm flipH="1" flipV="1">
            <a:off x="8157085" y="2161470"/>
            <a:ext cx="90380" cy="185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6E98A97-C592-8465-FC7F-7C8A48A6EFCC}"/>
              </a:ext>
            </a:extLst>
          </p:cNvPr>
          <p:cNvCxnSpPr>
            <a:stCxn id="24" idx="7"/>
            <a:endCxn id="2" idx="4"/>
          </p:cNvCxnSpPr>
          <p:nvPr/>
        </p:nvCxnSpPr>
        <p:spPr>
          <a:xfrm flipV="1">
            <a:off x="8852407" y="1417338"/>
            <a:ext cx="429832" cy="1029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8AB1942-85CB-78C4-A033-873AFA76ACF4}"/>
              </a:ext>
            </a:extLst>
          </p:cNvPr>
          <p:cNvCxnSpPr>
            <a:stCxn id="24" idx="7"/>
            <a:endCxn id="71" idx="2"/>
          </p:cNvCxnSpPr>
          <p:nvPr/>
        </p:nvCxnSpPr>
        <p:spPr>
          <a:xfrm flipV="1">
            <a:off x="8852409" y="1426223"/>
            <a:ext cx="1153961" cy="1020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4E11290-1A03-F90E-AC4C-FC8817BEF2DC}"/>
              </a:ext>
            </a:extLst>
          </p:cNvPr>
          <p:cNvCxnSpPr>
            <a:stCxn id="24" idx="7"/>
            <a:endCxn id="72" idx="2"/>
          </p:cNvCxnSpPr>
          <p:nvPr/>
        </p:nvCxnSpPr>
        <p:spPr>
          <a:xfrm flipV="1">
            <a:off x="8852409" y="2233560"/>
            <a:ext cx="712049" cy="213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F31EFD2-5634-D920-061E-208F5773A298}"/>
              </a:ext>
            </a:extLst>
          </p:cNvPr>
          <p:cNvCxnSpPr>
            <a:cxnSpLocks/>
            <a:stCxn id="13" idx="6"/>
            <a:endCxn id="69" idx="2"/>
          </p:cNvCxnSpPr>
          <p:nvPr/>
        </p:nvCxnSpPr>
        <p:spPr>
          <a:xfrm flipV="1">
            <a:off x="7510246" y="5205573"/>
            <a:ext cx="1120518" cy="20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0B81069-EC02-1F98-BB0B-62B709867F85}"/>
              </a:ext>
            </a:extLst>
          </p:cNvPr>
          <p:cNvCxnSpPr>
            <a:cxnSpLocks/>
            <a:stCxn id="69" idx="7"/>
            <a:endCxn id="8" idx="2"/>
          </p:cNvCxnSpPr>
          <p:nvPr/>
        </p:nvCxnSpPr>
        <p:spPr>
          <a:xfrm flipV="1">
            <a:off x="10091225" y="4414239"/>
            <a:ext cx="1765297" cy="549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3A7F861C-8F6E-9C67-46BC-E99C6BA2D79E}"/>
              </a:ext>
            </a:extLst>
          </p:cNvPr>
          <p:cNvSpPr/>
          <p:nvPr/>
        </p:nvSpPr>
        <p:spPr>
          <a:xfrm>
            <a:off x="1561797" y="1940860"/>
            <a:ext cx="1711035" cy="8354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Slowed stimulus presentation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F0ED52A-A150-09AD-68F7-76FFAA0F75B3}"/>
              </a:ext>
            </a:extLst>
          </p:cNvPr>
          <p:cNvSpPr/>
          <p:nvPr/>
        </p:nvSpPr>
        <p:spPr>
          <a:xfrm>
            <a:off x="8614614" y="7593764"/>
            <a:ext cx="1558635" cy="569498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graphic abilities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330ABA5-DA7A-D9C9-8B5C-C5C9E163F4B7}"/>
              </a:ext>
            </a:extLst>
          </p:cNvPr>
          <p:cNvSpPr/>
          <p:nvPr/>
        </p:nvSpPr>
        <p:spPr>
          <a:xfrm>
            <a:off x="13239822" y="8448336"/>
            <a:ext cx="1711035" cy="5306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local perception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0F11F8D3-DE12-A632-F720-48DD4B0F8F4A}"/>
              </a:ext>
            </a:extLst>
          </p:cNvPr>
          <p:cNvSpPr/>
          <p:nvPr/>
        </p:nvSpPr>
        <p:spPr>
          <a:xfrm>
            <a:off x="7944145" y="6592132"/>
            <a:ext cx="1650538" cy="613729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Verbal imitation disorders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EDBA698-95CB-9808-749A-47144E52BE2C}"/>
              </a:ext>
            </a:extLst>
          </p:cNvPr>
          <p:cNvSpPr/>
          <p:nvPr/>
        </p:nvSpPr>
        <p:spPr>
          <a:xfrm>
            <a:off x="9022660" y="5725227"/>
            <a:ext cx="1711035" cy="691873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 auditory association disorders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AB2CCF3-6A4C-F7F4-4788-F0847CF125E3}"/>
              </a:ext>
            </a:extLst>
          </p:cNvPr>
          <p:cNvSpPr/>
          <p:nvPr/>
        </p:nvSpPr>
        <p:spPr>
          <a:xfrm>
            <a:off x="3813979" y="5817493"/>
            <a:ext cx="2046333" cy="567345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Impaired executive function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067F1603-353C-84E9-3BC0-D1C4918C12F8}"/>
              </a:ext>
            </a:extLst>
          </p:cNvPr>
          <p:cNvCxnSpPr>
            <a:stCxn id="14" idx="1"/>
            <a:endCxn id="70" idx="4"/>
          </p:cNvCxnSpPr>
          <p:nvPr/>
        </p:nvCxnSpPr>
        <p:spPr>
          <a:xfrm flipH="1" flipV="1">
            <a:off x="3382005" y="7164693"/>
            <a:ext cx="2148166" cy="1307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770EF9E-9BFB-1B0A-12E1-0D8B13DFB08E}"/>
              </a:ext>
            </a:extLst>
          </p:cNvPr>
          <p:cNvCxnSpPr>
            <a:cxnSpLocks/>
            <a:endCxn id="111" idx="5"/>
          </p:cNvCxnSpPr>
          <p:nvPr/>
        </p:nvCxnSpPr>
        <p:spPr>
          <a:xfrm flipV="1">
            <a:off x="5547772" y="6301751"/>
            <a:ext cx="12860" cy="550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2A89BA1-FA83-5A53-BFEF-F4669C520554}"/>
              </a:ext>
            </a:extLst>
          </p:cNvPr>
          <p:cNvCxnSpPr>
            <a:cxnSpLocks/>
            <a:stCxn id="70" idx="7"/>
            <a:endCxn id="111" idx="3"/>
          </p:cNvCxnSpPr>
          <p:nvPr/>
        </p:nvCxnSpPr>
        <p:spPr>
          <a:xfrm flipV="1">
            <a:off x="3986947" y="6301752"/>
            <a:ext cx="126711" cy="149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759C673-6424-00AD-1400-0EDEECD8FA24}"/>
              </a:ext>
            </a:extLst>
          </p:cNvPr>
          <p:cNvCxnSpPr>
            <a:cxnSpLocks/>
            <a:stCxn id="70" idx="2"/>
            <a:endCxn id="4" idx="0"/>
          </p:cNvCxnSpPr>
          <p:nvPr/>
        </p:nvCxnSpPr>
        <p:spPr>
          <a:xfrm flipH="1">
            <a:off x="1885609" y="6746978"/>
            <a:ext cx="640878" cy="297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2C8556D-38C2-85B1-223A-4A764B0099CD}"/>
              </a:ext>
            </a:extLst>
          </p:cNvPr>
          <p:cNvCxnSpPr>
            <a:stCxn id="15" idx="2"/>
            <a:endCxn id="4" idx="6"/>
          </p:cNvCxnSpPr>
          <p:nvPr/>
        </p:nvCxnSpPr>
        <p:spPr>
          <a:xfrm flipH="1">
            <a:off x="2866044" y="7223366"/>
            <a:ext cx="2339771" cy="162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5FD88DC-1FA0-0E06-FC77-040B4DD60C77}"/>
              </a:ext>
            </a:extLst>
          </p:cNvPr>
          <p:cNvCxnSpPr>
            <a:stCxn id="15" idx="2"/>
            <a:endCxn id="41" idx="6"/>
          </p:cNvCxnSpPr>
          <p:nvPr/>
        </p:nvCxnSpPr>
        <p:spPr>
          <a:xfrm flipH="1">
            <a:off x="3257220" y="7223367"/>
            <a:ext cx="1948595" cy="1006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227122B-79D3-652B-08F9-FED0DD05D614}"/>
              </a:ext>
            </a:extLst>
          </p:cNvPr>
          <p:cNvCxnSpPr>
            <a:cxnSpLocks/>
            <a:stCxn id="70" idx="4"/>
            <a:endCxn id="41" idx="7"/>
          </p:cNvCxnSpPr>
          <p:nvPr/>
        </p:nvCxnSpPr>
        <p:spPr>
          <a:xfrm flipH="1">
            <a:off x="2986554" y="7164693"/>
            <a:ext cx="395451" cy="823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2F300B9-07EA-9D83-8085-B064F6529C69}"/>
              </a:ext>
            </a:extLst>
          </p:cNvPr>
          <p:cNvCxnSpPr>
            <a:stCxn id="9" idx="2"/>
            <a:endCxn id="110" idx="6"/>
          </p:cNvCxnSpPr>
          <p:nvPr/>
        </p:nvCxnSpPr>
        <p:spPr>
          <a:xfrm flipH="1" flipV="1">
            <a:off x="10733695" y="6071164"/>
            <a:ext cx="491895" cy="253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6F8B973-5978-C8C8-79DA-AE6960103E2C}"/>
              </a:ext>
            </a:extLst>
          </p:cNvPr>
          <p:cNvCxnSpPr>
            <a:stCxn id="69" idx="4"/>
            <a:endCxn id="110" idx="0"/>
          </p:cNvCxnSpPr>
          <p:nvPr/>
        </p:nvCxnSpPr>
        <p:spPr>
          <a:xfrm>
            <a:off x="9486283" y="5547088"/>
            <a:ext cx="391895" cy="178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4D1BCB2-24C1-D62C-FBB3-FCBE5C83662B}"/>
              </a:ext>
            </a:extLst>
          </p:cNvPr>
          <p:cNvCxnSpPr>
            <a:stCxn id="9" idx="2"/>
            <a:endCxn id="109" idx="6"/>
          </p:cNvCxnSpPr>
          <p:nvPr/>
        </p:nvCxnSpPr>
        <p:spPr>
          <a:xfrm flipH="1">
            <a:off x="9594683" y="6324488"/>
            <a:ext cx="1630906" cy="574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4EB0FA8-46D3-F2D5-4FC2-CD9BEA1DC4D4}"/>
              </a:ext>
            </a:extLst>
          </p:cNvPr>
          <p:cNvCxnSpPr>
            <a:stCxn id="69" idx="3"/>
            <a:endCxn id="109" idx="0"/>
          </p:cNvCxnSpPr>
          <p:nvPr/>
        </p:nvCxnSpPr>
        <p:spPr>
          <a:xfrm flipH="1">
            <a:off x="8769415" y="5447061"/>
            <a:ext cx="111925" cy="1145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A8CAA96-9A6B-B556-F327-BBBC6977BDD1}"/>
              </a:ext>
            </a:extLst>
          </p:cNvPr>
          <p:cNvCxnSpPr>
            <a:stCxn id="35" idx="6"/>
            <a:endCxn id="108" idx="2"/>
          </p:cNvCxnSpPr>
          <p:nvPr/>
        </p:nvCxnSpPr>
        <p:spPr>
          <a:xfrm>
            <a:off x="12817731" y="8713651"/>
            <a:ext cx="4220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E8532BED-8F5A-2268-9360-F8B0B21A1D3B}"/>
              </a:ext>
            </a:extLst>
          </p:cNvPr>
          <p:cNvCxnSpPr>
            <a:cxnSpLocks/>
            <a:stCxn id="35" idx="1"/>
            <a:endCxn id="107" idx="5"/>
          </p:cNvCxnSpPr>
          <p:nvPr/>
        </p:nvCxnSpPr>
        <p:spPr>
          <a:xfrm flipH="1" flipV="1">
            <a:off x="9944992" y="8079861"/>
            <a:ext cx="1412279" cy="392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1EFBAE3-7204-C89F-24B0-3C4B695554F3}"/>
              </a:ext>
            </a:extLst>
          </p:cNvPr>
          <p:cNvCxnSpPr>
            <a:cxnSpLocks/>
            <a:stCxn id="105" idx="7"/>
            <a:endCxn id="11" idx="2"/>
          </p:cNvCxnSpPr>
          <p:nvPr/>
        </p:nvCxnSpPr>
        <p:spPr>
          <a:xfrm>
            <a:off x="3022256" y="2063207"/>
            <a:ext cx="1707278" cy="958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AD1519B-BDD8-F828-8181-1E56CDE34191}"/>
              </a:ext>
            </a:extLst>
          </p:cNvPr>
          <p:cNvCxnSpPr>
            <a:stCxn id="105" idx="4"/>
            <a:endCxn id="12" idx="2"/>
          </p:cNvCxnSpPr>
          <p:nvPr/>
        </p:nvCxnSpPr>
        <p:spPr>
          <a:xfrm>
            <a:off x="2417314" y="2776291"/>
            <a:ext cx="1843400" cy="156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B176E0E-3915-7D64-7655-1AB8CE05CCFF}"/>
              </a:ext>
            </a:extLst>
          </p:cNvPr>
          <p:cNvCxnSpPr>
            <a:stCxn id="105" idx="4"/>
            <a:endCxn id="10" idx="0"/>
          </p:cNvCxnSpPr>
          <p:nvPr/>
        </p:nvCxnSpPr>
        <p:spPr>
          <a:xfrm>
            <a:off x="2417314" y="2776291"/>
            <a:ext cx="1635948" cy="2294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0B5281CB-A6ED-BE2C-D40E-4D69913AC03C}"/>
              </a:ext>
            </a:extLst>
          </p:cNvPr>
          <p:cNvSpPr/>
          <p:nvPr/>
        </p:nvSpPr>
        <p:spPr>
          <a:xfrm>
            <a:off x="6709436" y="9225924"/>
            <a:ext cx="1711035" cy="6830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Sensory-motor over-coupling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71521C-A0DE-C43B-F957-7402345351E6}"/>
              </a:ext>
            </a:extLst>
          </p:cNvPr>
          <p:cNvCxnSpPr>
            <a:stCxn id="14" idx="4"/>
            <a:endCxn id="170" idx="1"/>
          </p:cNvCxnSpPr>
          <p:nvPr/>
        </p:nvCxnSpPr>
        <p:spPr>
          <a:xfrm>
            <a:off x="6313238" y="9055167"/>
            <a:ext cx="646772" cy="270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>
            <a:extLst>
              <a:ext uri="{FF2B5EF4-FFF2-40B4-BE49-F238E27FC236}">
                <a16:creationId xmlns:a16="http://schemas.microsoft.com/office/drawing/2014/main" id="{EC681800-A9CF-801A-4AF7-00E82A63D434}"/>
              </a:ext>
            </a:extLst>
          </p:cNvPr>
          <p:cNvSpPr/>
          <p:nvPr/>
        </p:nvSpPr>
        <p:spPr>
          <a:xfrm>
            <a:off x="6939353" y="7550777"/>
            <a:ext cx="1427247" cy="530630"/>
          </a:xfrm>
          <a:prstGeom prst="ellipse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Habituation</a:t>
            </a:r>
            <a:endParaRPr lang="en-US" sz="1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BF8DE1DB-062D-99ED-4067-191DAE816BA3}"/>
              </a:ext>
            </a:extLst>
          </p:cNvPr>
          <p:cNvCxnSpPr>
            <a:stCxn id="14" idx="0"/>
            <a:endCxn id="197" idx="3"/>
          </p:cNvCxnSpPr>
          <p:nvPr/>
        </p:nvCxnSpPr>
        <p:spPr>
          <a:xfrm flipV="1">
            <a:off x="6313239" y="8003698"/>
            <a:ext cx="835129" cy="368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C06E87A-8616-01DB-EDD0-AD0E04CCC60E}"/>
              </a:ext>
            </a:extLst>
          </p:cNvPr>
          <p:cNvCxnSpPr>
            <a:stCxn id="197" idx="0"/>
            <a:endCxn id="15" idx="6"/>
          </p:cNvCxnSpPr>
          <p:nvPr/>
        </p:nvCxnSpPr>
        <p:spPr>
          <a:xfrm flipH="1" flipV="1">
            <a:off x="7420662" y="7223367"/>
            <a:ext cx="232314" cy="327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1B930798-CC4C-EC05-1AF2-E8A4C01A6275}"/>
              </a:ext>
            </a:extLst>
          </p:cNvPr>
          <p:cNvSpPr/>
          <p:nvPr/>
        </p:nvSpPr>
        <p:spPr>
          <a:xfrm>
            <a:off x="133056" y="2656982"/>
            <a:ext cx="5666155" cy="6924341"/>
          </a:xfrm>
          <a:custGeom>
            <a:avLst/>
            <a:gdLst>
              <a:gd name="csX0" fmla="*/ 5931520 w 5931520"/>
              <a:gd name="csY0" fmla="*/ 6345141 h 6918921"/>
              <a:gd name="csX1" fmla="*/ 2496557 w 5931520"/>
              <a:gd name="csY1" fmla="*/ 6893781 h 6918921"/>
              <a:gd name="csX2" fmla="*/ 556439 w 5931520"/>
              <a:gd name="csY2" fmla="*/ 5621573 h 6918921"/>
              <a:gd name="csX3" fmla="*/ 23701 w 5931520"/>
              <a:gd name="csY3" fmla="*/ 3347499 h 6918921"/>
              <a:gd name="csX4" fmla="*/ 1152787 w 5931520"/>
              <a:gd name="csY4" fmla="*/ 620202 h 6918921"/>
              <a:gd name="csX5" fmla="*/ 1693475 w 5931520"/>
              <a:gd name="csY5" fmla="*/ 0 h 69189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931520" h="6918921">
                <a:moveTo>
                  <a:pt x="5931520" y="6345141"/>
                </a:moveTo>
                <a:cubicBezTo>
                  <a:pt x="4661962" y="6679758"/>
                  <a:pt x="3392404" y="7014376"/>
                  <a:pt x="2496557" y="6893781"/>
                </a:cubicBezTo>
                <a:cubicBezTo>
                  <a:pt x="1600710" y="6773186"/>
                  <a:pt x="968582" y="6212620"/>
                  <a:pt x="556439" y="5621573"/>
                </a:cubicBezTo>
                <a:cubicBezTo>
                  <a:pt x="144296" y="5030526"/>
                  <a:pt x="-75690" y="4181061"/>
                  <a:pt x="23701" y="3347499"/>
                </a:cubicBezTo>
                <a:cubicBezTo>
                  <a:pt x="123092" y="2513937"/>
                  <a:pt x="874491" y="1178118"/>
                  <a:pt x="1152787" y="620202"/>
                </a:cubicBezTo>
                <a:cubicBezTo>
                  <a:pt x="1431083" y="62285"/>
                  <a:pt x="1562279" y="31142"/>
                  <a:pt x="1693475" y="0"/>
                </a:cubicBezTo>
              </a:path>
            </a:pathLst>
          </a:custGeom>
          <a:noFill/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94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935</TotalTime>
  <Words>153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Ewen</dc:creator>
  <cp:lastModifiedBy>Joshua Ewen</cp:lastModifiedBy>
  <cp:revision>1</cp:revision>
  <dcterms:created xsi:type="dcterms:W3CDTF">2026-02-01T14:56:58Z</dcterms:created>
  <dcterms:modified xsi:type="dcterms:W3CDTF">2026-02-02T16:11:48Z</dcterms:modified>
</cp:coreProperties>
</file>
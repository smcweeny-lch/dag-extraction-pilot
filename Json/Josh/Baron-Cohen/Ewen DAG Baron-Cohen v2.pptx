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4630400" cy="92360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2E3FEB-7E03-40B2-95D7-947AFF3E3A32}" v="18" dt="2026-01-31T23:03:42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2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511553"/>
            <a:ext cx="10972800" cy="3215522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851078"/>
            <a:ext cx="10972800" cy="2229913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C55D-3F06-4321-ADA6-8787C5B4385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6DE8-FB1D-4CF8-91A3-3C452C6F6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8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C55D-3F06-4321-ADA6-8787C5B4385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6DE8-FB1D-4CF8-91A3-3C452C6F6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70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302606"/>
            <a:ext cx="12618720" cy="384195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6180902"/>
            <a:ext cx="12618720" cy="2020391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C55D-3F06-4321-ADA6-8787C5B4385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6DE8-FB1D-4CF8-91A3-3C452C6F6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23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458677"/>
            <a:ext cx="6217920" cy="58602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458677"/>
            <a:ext cx="6217920" cy="58602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C55D-3F06-4321-ADA6-8787C5B4385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6DE8-FB1D-4CF8-91A3-3C452C6F6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99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91736"/>
            <a:ext cx="12618720" cy="17852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264122"/>
            <a:ext cx="6189344" cy="1109611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373733"/>
            <a:ext cx="6189344" cy="4962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264122"/>
            <a:ext cx="6219826" cy="1109611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373733"/>
            <a:ext cx="6219826" cy="4962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C55D-3F06-4321-ADA6-8787C5B4385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6DE8-FB1D-4CF8-91A3-3C452C6F6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13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C55D-3F06-4321-ADA6-8787C5B4385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6DE8-FB1D-4CF8-91A3-3C452C6F6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0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C55D-3F06-4321-ADA6-8787C5B4385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6DE8-FB1D-4CF8-91A3-3C452C6F6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57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615738"/>
            <a:ext cx="4718684" cy="2155084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329824"/>
            <a:ext cx="7406640" cy="656360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770823"/>
            <a:ext cx="4718684" cy="5133291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C55D-3F06-4321-ADA6-8787C5B4385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6DE8-FB1D-4CF8-91A3-3C452C6F6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20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615738"/>
            <a:ext cx="4718684" cy="2155084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329824"/>
            <a:ext cx="7406640" cy="656360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770823"/>
            <a:ext cx="4718684" cy="5133291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C55D-3F06-4321-ADA6-8787C5B4385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6DE8-FB1D-4CF8-91A3-3C452C6F6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11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C55D-3F06-4321-ADA6-8787C5B4385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6DE8-FB1D-4CF8-91A3-3C452C6F6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32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91735"/>
            <a:ext cx="3154680" cy="78271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91735"/>
            <a:ext cx="9281160" cy="7827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C55D-3F06-4321-ADA6-8787C5B4385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6DE8-FB1D-4CF8-91A3-3C452C6F6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45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91736"/>
            <a:ext cx="12618720" cy="1785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458677"/>
            <a:ext cx="12618720" cy="5860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8560474"/>
            <a:ext cx="3291840" cy="491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8C55D-3F06-4321-ADA6-8787C5B4385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8560474"/>
            <a:ext cx="4937760" cy="491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8560474"/>
            <a:ext cx="3291840" cy="491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36DE8-FB1D-4CF8-91A3-3C452C6F6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59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6FA1D1-CBA1-27F9-6285-54D158B5B97B}"/>
              </a:ext>
            </a:extLst>
          </p:cNvPr>
          <p:cNvSpPr txBox="1"/>
          <p:nvPr/>
        </p:nvSpPr>
        <p:spPr>
          <a:xfrm>
            <a:off x="5193320" y="520844"/>
            <a:ext cx="14187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(Decreased) Empathizing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9BE5B-02F4-3C3F-05C9-4FA82FED176C}"/>
              </a:ext>
            </a:extLst>
          </p:cNvPr>
          <p:cNvSpPr txBox="1"/>
          <p:nvPr/>
        </p:nvSpPr>
        <p:spPr>
          <a:xfrm>
            <a:off x="5193319" y="8738406"/>
            <a:ext cx="159904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Systematizing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8FDDB-E736-CE68-C8C7-6662C9F6EA1B}"/>
              </a:ext>
            </a:extLst>
          </p:cNvPr>
          <p:cNvSpPr txBox="1"/>
          <p:nvPr/>
        </p:nvSpPr>
        <p:spPr>
          <a:xfrm>
            <a:off x="1809246" y="653128"/>
            <a:ext cx="282418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Female biological factors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DCE9F2-B459-A430-7603-C6FECB55C70F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4633429" y="837794"/>
            <a:ext cx="559891" cy="621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FD2E62-C276-CF95-EEE8-5C2139F1379E}"/>
              </a:ext>
            </a:extLst>
          </p:cNvPr>
          <p:cNvCxnSpPr>
            <a:cxnSpLocks/>
            <a:stCxn id="28" idx="3"/>
            <a:endCxn id="5" idx="1"/>
          </p:cNvCxnSpPr>
          <p:nvPr/>
        </p:nvCxnSpPr>
        <p:spPr>
          <a:xfrm>
            <a:off x="4436184" y="8922259"/>
            <a:ext cx="757135" cy="81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6A39C62-7B9A-6531-23C7-E874A462E28E}"/>
              </a:ext>
            </a:extLst>
          </p:cNvPr>
          <p:cNvSpPr txBox="1"/>
          <p:nvPr/>
        </p:nvSpPr>
        <p:spPr>
          <a:xfrm>
            <a:off x="7689709" y="161220"/>
            <a:ext cx="270150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(Decreased) mindreading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E24B13-08AB-F32F-9B32-C4DAECFC8D85}"/>
              </a:ext>
            </a:extLst>
          </p:cNvPr>
          <p:cNvSpPr txBox="1"/>
          <p:nvPr/>
        </p:nvSpPr>
        <p:spPr>
          <a:xfrm>
            <a:off x="7693608" y="615325"/>
            <a:ext cx="232749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(Decreased) empathy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DBE4C6-09C3-4723-BFC0-310D04586344}"/>
              </a:ext>
            </a:extLst>
          </p:cNvPr>
          <p:cNvSpPr txBox="1"/>
          <p:nvPr/>
        </p:nvSpPr>
        <p:spPr>
          <a:xfrm>
            <a:off x="7689711" y="1054477"/>
            <a:ext cx="401154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(Decreased) facial emotion processing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CCC767-E34C-3618-75D4-0F9DB418F5D2}"/>
              </a:ext>
            </a:extLst>
          </p:cNvPr>
          <p:cNvSpPr txBox="1"/>
          <p:nvPr/>
        </p:nvSpPr>
        <p:spPr>
          <a:xfrm>
            <a:off x="7689711" y="1468794"/>
            <a:ext cx="250344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(Decreased) use of </a:t>
            </a:r>
            <a:r>
              <a:rPr lang="en-US" dirty="0" err="1"/>
              <a:t>ToM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807AFA-FD99-165C-AC53-98FA802590C0}"/>
              </a:ext>
            </a:extLst>
          </p:cNvPr>
          <p:cNvSpPr txBox="1"/>
          <p:nvPr/>
        </p:nvSpPr>
        <p:spPr>
          <a:xfrm>
            <a:off x="7689709" y="1882145"/>
            <a:ext cx="261308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(Decreased) eye contact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907D9C-D213-4A38-E0AD-BF3714C5C331}"/>
              </a:ext>
            </a:extLst>
          </p:cNvPr>
          <p:cNvSpPr txBox="1"/>
          <p:nvPr/>
        </p:nvSpPr>
        <p:spPr>
          <a:xfrm>
            <a:off x="7674257" y="2344981"/>
            <a:ext cx="433984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(Decreased) rates of disorders of empathy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5B6202-8667-7405-F49F-011D6EFF08B9}"/>
              </a:ext>
            </a:extLst>
          </p:cNvPr>
          <p:cNvSpPr txBox="1"/>
          <p:nvPr/>
        </p:nvSpPr>
        <p:spPr>
          <a:xfrm>
            <a:off x="2006493" y="8737593"/>
            <a:ext cx="242969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Male biological factors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21B61E4-8A5D-8F36-546B-762C95C6197E}"/>
              </a:ext>
            </a:extLst>
          </p:cNvPr>
          <p:cNvCxnSpPr>
            <a:stCxn id="4" idx="3"/>
            <a:endCxn id="24" idx="1"/>
          </p:cNvCxnSpPr>
          <p:nvPr/>
        </p:nvCxnSpPr>
        <p:spPr>
          <a:xfrm>
            <a:off x="6612025" y="844010"/>
            <a:ext cx="1062232" cy="168563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9B19973-DCD8-F505-F2C0-ECD88A3AF9DA}"/>
              </a:ext>
            </a:extLst>
          </p:cNvPr>
          <p:cNvCxnSpPr>
            <a:stCxn id="4" idx="3"/>
            <a:endCxn id="18" idx="1"/>
          </p:cNvCxnSpPr>
          <p:nvPr/>
        </p:nvCxnSpPr>
        <p:spPr>
          <a:xfrm flipV="1">
            <a:off x="6612025" y="345886"/>
            <a:ext cx="1077684" cy="4981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5B231CA-779F-BEDC-C273-5A9BDF6A271B}"/>
              </a:ext>
            </a:extLst>
          </p:cNvPr>
          <p:cNvCxnSpPr>
            <a:stCxn id="4" idx="3"/>
            <a:endCxn id="19" idx="1"/>
          </p:cNvCxnSpPr>
          <p:nvPr/>
        </p:nvCxnSpPr>
        <p:spPr>
          <a:xfrm flipV="1">
            <a:off x="6612025" y="799991"/>
            <a:ext cx="1081583" cy="4401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D00A058-EA2A-1542-1C83-F733716D382C}"/>
              </a:ext>
            </a:extLst>
          </p:cNvPr>
          <p:cNvCxnSpPr>
            <a:stCxn id="4" idx="3"/>
            <a:endCxn id="20" idx="1"/>
          </p:cNvCxnSpPr>
          <p:nvPr/>
        </p:nvCxnSpPr>
        <p:spPr>
          <a:xfrm>
            <a:off x="6612025" y="844010"/>
            <a:ext cx="1077686" cy="39513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D19D28F-9043-0AC3-19EB-F7E7E38C740C}"/>
              </a:ext>
            </a:extLst>
          </p:cNvPr>
          <p:cNvCxnSpPr>
            <a:stCxn id="4" idx="3"/>
            <a:endCxn id="21" idx="1"/>
          </p:cNvCxnSpPr>
          <p:nvPr/>
        </p:nvCxnSpPr>
        <p:spPr>
          <a:xfrm>
            <a:off x="6612025" y="844010"/>
            <a:ext cx="1077686" cy="80945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44F999D-12E0-4764-9A51-88C49F347AD5}"/>
              </a:ext>
            </a:extLst>
          </p:cNvPr>
          <p:cNvCxnSpPr>
            <a:stCxn id="4" idx="3"/>
            <a:endCxn id="22" idx="1"/>
          </p:cNvCxnSpPr>
          <p:nvPr/>
        </p:nvCxnSpPr>
        <p:spPr>
          <a:xfrm>
            <a:off x="6612025" y="844010"/>
            <a:ext cx="1077684" cy="12228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2556EE1-51CB-0EE1-DAE6-77FD3495FBC7}"/>
              </a:ext>
            </a:extLst>
          </p:cNvPr>
          <p:cNvSpPr txBox="1"/>
          <p:nvPr/>
        </p:nvSpPr>
        <p:spPr>
          <a:xfrm>
            <a:off x="7686278" y="2762965"/>
            <a:ext cx="39381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(Decreased) empathetic relationships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9D857E-5075-5C83-E050-723919E3B64B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6612025" y="844010"/>
            <a:ext cx="1074253" cy="2103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341994-35A5-748D-9EB3-E0EC0C4E5BCA}"/>
              </a:ext>
            </a:extLst>
          </p:cNvPr>
          <p:cNvCxnSpPr>
            <a:cxnSpLocks/>
            <a:stCxn id="28" idx="3"/>
            <a:endCxn id="4" idx="1"/>
          </p:cNvCxnSpPr>
          <p:nvPr/>
        </p:nvCxnSpPr>
        <p:spPr>
          <a:xfrm flipV="1">
            <a:off x="4436184" y="844010"/>
            <a:ext cx="757136" cy="8078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63B5DC0-BA3D-DDB4-A7A7-DC68F2258D91}"/>
              </a:ext>
            </a:extLst>
          </p:cNvPr>
          <p:cNvSpPr txBox="1"/>
          <p:nvPr/>
        </p:nvSpPr>
        <p:spPr>
          <a:xfrm>
            <a:off x="7689709" y="3619972"/>
            <a:ext cx="369543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Decelerated language development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EB80FC8-B5CD-0CC7-EBD1-C7170E6DE6B4}"/>
              </a:ext>
            </a:extLst>
          </p:cNvPr>
          <p:cNvCxnSpPr>
            <a:stCxn id="4" idx="3"/>
            <a:endCxn id="51" idx="1"/>
          </p:cNvCxnSpPr>
          <p:nvPr/>
        </p:nvCxnSpPr>
        <p:spPr>
          <a:xfrm>
            <a:off x="6612025" y="844010"/>
            <a:ext cx="1077684" cy="2960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258CBCB-33A7-6E0E-A4AA-9B4EBBEA49DA}"/>
              </a:ext>
            </a:extLst>
          </p:cNvPr>
          <p:cNvSpPr txBox="1"/>
          <p:nvPr/>
        </p:nvSpPr>
        <p:spPr>
          <a:xfrm>
            <a:off x="153823" y="4430323"/>
            <a:ext cx="190173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Autism biological</a:t>
            </a:r>
          </a:p>
          <a:p>
            <a:pPr algn="ctr"/>
            <a:r>
              <a:rPr lang="en-US" dirty="0"/>
              <a:t>causal factors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502CBCF-526B-9DE7-8842-2300C68FF438}"/>
              </a:ext>
            </a:extLst>
          </p:cNvPr>
          <p:cNvCxnSpPr>
            <a:stCxn id="61" idx="3"/>
            <a:endCxn id="9" idx="2"/>
          </p:cNvCxnSpPr>
          <p:nvPr/>
        </p:nvCxnSpPr>
        <p:spPr>
          <a:xfrm flipV="1">
            <a:off x="2055562" y="1022460"/>
            <a:ext cx="1165776" cy="37310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486D299-B309-C79D-FE61-15399880F8C1}"/>
              </a:ext>
            </a:extLst>
          </p:cNvPr>
          <p:cNvCxnSpPr>
            <a:stCxn id="61" idx="3"/>
            <a:endCxn id="28" idx="0"/>
          </p:cNvCxnSpPr>
          <p:nvPr/>
        </p:nvCxnSpPr>
        <p:spPr>
          <a:xfrm>
            <a:off x="2055562" y="4753489"/>
            <a:ext cx="1165777" cy="3984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A9EB6D2-ED9B-9862-98E7-E761D52AD16C}"/>
              </a:ext>
            </a:extLst>
          </p:cNvPr>
          <p:cNvSpPr txBox="1"/>
          <p:nvPr/>
        </p:nvSpPr>
        <p:spPr>
          <a:xfrm>
            <a:off x="5123078" y="7812266"/>
            <a:ext cx="29304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Masculine somatic markers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F93BDEE-95A1-044E-00FE-6E47BC7ED916}"/>
              </a:ext>
            </a:extLst>
          </p:cNvPr>
          <p:cNvCxnSpPr>
            <a:stCxn id="28" idx="3"/>
            <a:endCxn id="66" idx="1"/>
          </p:cNvCxnSpPr>
          <p:nvPr/>
        </p:nvCxnSpPr>
        <p:spPr>
          <a:xfrm flipV="1">
            <a:off x="4436184" y="7996932"/>
            <a:ext cx="686894" cy="9253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2B78E3B-B976-C2FC-C28C-EC7B199A5976}"/>
              </a:ext>
            </a:extLst>
          </p:cNvPr>
          <p:cNvSpPr txBox="1"/>
          <p:nvPr/>
        </p:nvSpPr>
        <p:spPr>
          <a:xfrm>
            <a:off x="7693608" y="3199473"/>
            <a:ext cx="220085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(Altered) pragmatics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E34C57E-1438-C416-8FCC-521B3955EBE2}"/>
              </a:ext>
            </a:extLst>
          </p:cNvPr>
          <p:cNvCxnSpPr>
            <a:cxnSpLocks/>
            <a:stCxn id="4" idx="3"/>
            <a:endCxn id="69" idx="1"/>
          </p:cNvCxnSpPr>
          <p:nvPr/>
        </p:nvCxnSpPr>
        <p:spPr>
          <a:xfrm>
            <a:off x="6612025" y="844010"/>
            <a:ext cx="1081583" cy="2540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542378B-FA9F-2742-4490-C58790C4179D}"/>
              </a:ext>
            </a:extLst>
          </p:cNvPr>
          <p:cNvSpPr txBox="1"/>
          <p:nvPr/>
        </p:nvSpPr>
        <p:spPr>
          <a:xfrm>
            <a:off x="5123078" y="7349196"/>
            <a:ext cx="149008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Early puberty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A4C9F50-3573-8150-2E78-21B0CE8A71A3}"/>
              </a:ext>
            </a:extLst>
          </p:cNvPr>
          <p:cNvCxnSpPr>
            <a:stCxn id="28" idx="3"/>
            <a:endCxn id="73" idx="1"/>
          </p:cNvCxnSpPr>
          <p:nvPr/>
        </p:nvCxnSpPr>
        <p:spPr>
          <a:xfrm flipV="1">
            <a:off x="4436184" y="7533862"/>
            <a:ext cx="686894" cy="1388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D87B6568-3484-78A6-90DB-463CFFF1B8FE}"/>
              </a:ext>
            </a:extLst>
          </p:cNvPr>
          <p:cNvSpPr txBox="1"/>
          <p:nvPr/>
        </p:nvSpPr>
        <p:spPr>
          <a:xfrm>
            <a:off x="7689709" y="7170682"/>
            <a:ext cx="216629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Engineering (career)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16C4CF2-6C57-C2A9-4FAB-395DB13D4E90}"/>
              </a:ext>
            </a:extLst>
          </p:cNvPr>
          <p:cNvCxnSpPr>
            <a:cxnSpLocks/>
            <a:stCxn id="5" idx="3"/>
            <a:endCxn id="77" idx="1"/>
          </p:cNvCxnSpPr>
          <p:nvPr/>
        </p:nvCxnSpPr>
        <p:spPr>
          <a:xfrm flipV="1">
            <a:off x="6792364" y="7355348"/>
            <a:ext cx="897345" cy="1567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5BC45E6-E3F2-40A0-FEE8-48A548B3B142}"/>
              </a:ext>
            </a:extLst>
          </p:cNvPr>
          <p:cNvSpPr txBox="1"/>
          <p:nvPr/>
        </p:nvSpPr>
        <p:spPr>
          <a:xfrm>
            <a:off x="7686278" y="6683007"/>
            <a:ext cx="279941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Reliance on systematizing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1E0731-0C5C-E1F5-2641-423C02EDDFD7}"/>
              </a:ext>
            </a:extLst>
          </p:cNvPr>
          <p:cNvSpPr txBox="1"/>
          <p:nvPr/>
        </p:nvSpPr>
        <p:spPr>
          <a:xfrm>
            <a:off x="10744248" y="6071052"/>
            <a:ext cx="369543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Avoidance of “unpredictable” humans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63F9525-5CD0-8486-2371-D6B6ED36CDF7}"/>
              </a:ext>
            </a:extLst>
          </p:cNvPr>
          <p:cNvCxnSpPr>
            <a:stCxn id="5" idx="3"/>
            <a:endCxn id="85" idx="1"/>
          </p:cNvCxnSpPr>
          <p:nvPr/>
        </p:nvCxnSpPr>
        <p:spPr>
          <a:xfrm flipV="1">
            <a:off x="6792364" y="6867673"/>
            <a:ext cx="893914" cy="2055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6C9C3E9-3998-E7CF-02DB-AD77DA023A5B}"/>
              </a:ext>
            </a:extLst>
          </p:cNvPr>
          <p:cNvCxnSpPr>
            <a:cxnSpLocks/>
            <a:stCxn id="85" idx="3"/>
            <a:endCxn id="86" idx="1"/>
          </p:cNvCxnSpPr>
          <p:nvPr/>
        </p:nvCxnSpPr>
        <p:spPr>
          <a:xfrm flipV="1">
            <a:off x="10485690" y="6394218"/>
            <a:ext cx="258558" cy="473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C8CFC536-3118-6AF9-54DC-56FC656C2E09}"/>
              </a:ext>
            </a:extLst>
          </p:cNvPr>
          <p:cNvSpPr txBox="1"/>
          <p:nvPr/>
        </p:nvSpPr>
        <p:spPr>
          <a:xfrm>
            <a:off x="10744248" y="6847516"/>
            <a:ext cx="3695435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Control of human unpredictability through tantrums or insistence on sameness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C257103-4994-3835-CE68-B7390E386C28}"/>
              </a:ext>
            </a:extLst>
          </p:cNvPr>
          <p:cNvSpPr txBox="1"/>
          <p:nvPr/>
        </p:nvSpPr>
        <p:spPr>
          <a:xfrm>
            <a:off x="8318664" y="8741736"/>
            <a:ext cx="369543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Decreased global processing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0F57337-C7C9-A766-4015-E6902BE49665}"/>
              </a:ext>
            </a:extLst>
          </p:cNvPr>
          <p:cNvCxnSpPr>
            <a:cxnSpLocks/>
            <a:stCxn id="5" idx="3"/>
            <a:endCxn id="95" idx="1"/>
          </p:cNvCxnSpPr>
          <p:nvPr/>
        </p:nvCxnSpPr>
        <p:spPr>
          <a:xfrm>
            <a:off x="6792364" y="8923072"/>
            <a:ext cx="1526300" cy="3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4518CE5-843C-DFE4-4D26-ACBFE95B8742}"/>
              </a:ext>
            </a:extLst>
          </p:cNvPr>
          <p:cNvCxnSpPr>
            <a:stCxn id="85" idx="3"/>
            <a:endCxn id="94" idx="1"/>
          </p:cNvCxnSpPr>
          <p:nvPr/>
        </p:nvCxnSpPr>
        <p:spPr>
          <a:xfrm>
            <a:off x="10485690" y="6867673"/>
            <a:ext cx="258558" cy="441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FE808A05-21C7-9CCA-9545-58D8F700B04C}"/>
              </a:ext>
            </a:extLst>
          </p:cNvPr>
          <p:cNvSpPr txBox="1"/>
          <p:nvPr/>
        </p:nvSpPr>
        <p:spPr>
          <a:xfrm>
            <a:off x="10744248" y="7867446"/>
            <a:ext cx="369543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Creation of if-then rules for human interaction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B7DB52E-FD8D-5075-2C28-46844A354F0D}"/>
              </a:ext>
            </a:extLst>
          </p:cNvPr>
          <p:cNvCxnSpPr>
            <a:stCxn id="85" idx="3"/>
            <a:endCxn id="101" idx="1"/>
          </p:cNvCxnSpPr>
          <p:nvPr/>
        </p:nvCxnSpPr>
        <p:spPr>
          <a:xfrm>
            <a:off x="10485690" y="6867673"/>
            <a:ext cx="258558" cy="13229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BEEA11BE-362B-5B4F-54BE-1C14C5C61E91}"/>
              </a:ext>
            </a:extLst>
          </p:cNvPr>
          <p:cNvSpPr txBox="1"/>
          <p:nvPr/>
        </p:nvSpPr>
        <p:spPr>
          <a:xfrm>
            <a:off x="7674257" y="6205084"/>
            <a:ext cx="230524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Islets of achievement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29D385BB-33A6-C15C-AC4A-243D15B59FDA}"/>
              </a:ext>
            </a:extLst>
          </p:cNvPr>
          <p:cNvCxnSpPr>
            <a:stCxn id="5" idx="3"/>
            <a:endCxn id="104" idx="1"/>
          </p:cNvCxnSpPr>
          <p:nvPr/>
        </p:nvCxnSpPr>
        <p:spPr>
          <a:xfrm flipV="1">
            <a:off x="6792364" y="6389750"/>
            <a:ext cx="881893" cy="2533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C5C86111-99B0-8C8E-3F4F-8DBBD1E64C84}"/>
              </a:ext>
            </a:extLst>
          </p:cNvPr>
          <p:cNvSpPr txBox="1"/>
          <p:nvPr/>
        </p:nvSpPr>
        <p:spPr>
          <a:xfrm>
            <a:off x="7686278" y="5751003"/>
            <a:ext cx="195893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Attention to detail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C5881E2-A4B8-629E-94FF-ADDA3AB5BAFF}"/>
              </a:ext>
            </a:extLst>
          </p:cNvPr>
          <p:cNvCxnSpPr>
            <a:stCxn id="5" idx="3"/>
            <a:endCxn id="107" idx="1"/>
          </p:cNvCxnSpPr>
          <p:nvPr/>
        </p:nvCxnSpPr>
        <p:spPr>
          <a:xfrm flipV="1">
            <a:off x="6792364" y="5935669"/>
            <a:ext cx="893914" cy="2987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785877CC-9B43-95D1-EF55-7DEB20B38118}"/>
              </a:ext>
            </a:extLst>
          </p:cNvPr>
          <p:cNvSpPr txBox="1"/>
          <p:nvPr/>
        </p:nvSpPr>
        <p:spPr>
          <a:xfrm>
            <a:off x="7676964" y="5320226"/>
            <a:ext cx="432586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Preference for constructional/vehicle toys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EF79362-CA07-E2D4-94E9-8AEAFEF01DE7}"/>
              </a:ext>
            </a:extLst>
          </p:cNvPr>
          <p:cNvSpPr txBox="1"/>
          <p:nvPr/>
        </p:nvSpPr>
        <p:spPr>
          <a:xfrm>
            <a:off x="7674257" y="4875303"/>
            <a:ext cx="276870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Improved intuitive physics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94626B9D-DB3B-8EC5-845B-1F571896E942}"/>
              </a:ext>
            </a:extLst>
          </p:cNvPr>
          <p:cNvCxnSpPr>
            <a:stCxn id="5" idx="3"/>
            <a:endCxn id="110" idx="1"/>
          </p:cNvCxnSpPr>
          <p:nvPr/>
        </p:nvCxnSpPr>
        <p:spPr>
          <a:xfrm flipV="1">
            <a:off x="6792364" y="5504892"/>
            <a:ext cx="884600" cy="3418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AB84432-04A4-F045-404F-4B4B1A4EC12B}"/>
              </a:ext>
            </a:extLst>
          </p:cNvPr>
          <p:cNvCxnSpPr>
            <a:stCxn id="5" idx="3"/>
            <a:endCxn id="111" idx="1"/>
          </p:cNvCxnSpPr>
          <p:nvPr/>
        </p:nvCxnSpPr>
        <p:spPr>
          <a:xfrm flipV="1">
            <a:off x="6792364" y="5059969"/>
            <a:ext cx="881893" cy="3863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C7C12844-7268-CD0D-ABA6-CFF733F6AE2B}"/>
              </a:ext>
            </a:extLst>
          </p:cNvPr>
          <p:cNvSpPr txBox="1"/>
          <p:nvPr/>
        </p:nvSpPr>
        <p:spPr>
          <a:xfrm>
            <a:off x="7693607" y="4475249"/>
            <a:ext cx="209647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Collecting (activity)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807AA86-D4D6-89FC-5110-C31C292F6071}"/>
              </a:ext>
            </a:extLst>
          </p:cNvPr>
          <p:cNvSpPr txBox="1"/>
          <p:nvPr/>
        </p:nvSpPr>
        <p:spPr>
          <a:xfrm>
            <a:off x="7693608" y="4034378"/>
            <a:ext cx="46767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Preference for structured, factual information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33623B7-766D-6A2F-58DC-B1E1877F5F7D}"/>
              </a:ext>
            </a:extLst>
          </p:cNvPr>
          <p:cNvCxnSpPr>
            <a:cxnSpLocks/>
            <a:stCxn id="118" idx="1"/>
            <a:endCxn id="5" idx="3"/>
          </p:cNvCxnSpPr>
          <p:nvPr/>
        </p:nvCxnSpPr>
        <p:spPr>
          <a:xfrm flipH="1">
            <a:off x="6792364" y="4659915"/>
            <a:ext cx="901243" cy="4263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D6F184E7-99B8-BD53-8BCA-D716FA93F61A}"/>
              </a:ext>
            </a:extLst>
          </p:cNvPr>
          <p:cNvCxnSpPr>
            <a:stCxn id="5" idx="3"/>
            <a:endCxn id="119" idx="1"/>
          </p:cNvCxnSpPr>
          <p:nvPr/>
        </p:nvCxnSpPr>
        <p:spPr>
          <a:xfrm flipV="1">
            <a:off x="6792364" y="4219044"/>
            <a:ext cx="901244" cy="4704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136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123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Ewen</dc:creator>
  <cp:lastModifiedBy>Joshua Ewen</cp:lastModifiedBy>
  <cp:revision>3</cp:revision>
  <dcterms:created xsi:type="dcterms:W3CDTF">2026-01-26T21:47:02Z</dcterms:created>
  <dcterms:modified xsi:type="dcterms:W3CDTF">2026-01-31T23:06:05Z</dcterms:modified>
</cp:coreProperties>
</file>
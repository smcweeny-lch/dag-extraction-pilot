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8321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B17C7D-597E-4301-8BF0-C6AB9718ABF1}" v="19" dt="2026-02-01T16:43:57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2" d="100"/>
          <a:sy n="62" d="100"/>
        </p:scale>
        <p:origin x="471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Ewen" userId="ab85044203b25d2d" providerId="LiveId" clId="{23E8E32F-6DCE-4164-B2BA-17FC9CA7CCF0}"/>
    <pc:docChg chg="undo custSel modSld">
      <pc:chgData name="Joshua Ewen" userId="ab85044203b25d2d" providerId="LiveId" clId="{23E8E32F-6DCE-4164-B2BA-17FC9CA7CCF0}" dt="2026-02-01T16:46:51.700" v="551" actId="1076"/>
      <pc:docMkLst>
        <pc:docMk/>
      </pc:docMkLst>
      <pc:sldChg chg="addSp delSp modSp mod">
        <pc:chgData name="Joshua Ewen" userId="ab85044203b25d2d" providerId="LiveId" clId="{23E8E32F-6DCE-4164-B2BA-17FC9CA7CCF0}" dt="2026-02-01T16:46:51.700" v="551" actId="1076"/>
        <pc:sldMkLst>
          <pc:docMk/>
          <pc:sldMk cId="340267220" sldId="256"/>
        </pc:sldMkLst>
        <pc:spChg chg="mod">
          <ac:chgData name="Joshua Ewen" userId="ab85044203b25d2d" providerId="LiveId" clId="{23E8E32F-6DCE-4164-B2BA-17FC9CA7CCF0}" dt="2026-02-01T16:18:40.792" v="79" actId="1076"/>
          <ac:spMkLst>
            <pc:docMk/>
            <pc:sldMk cId="340267220" sldId="256"/>
            <ac:spMk id="8" creationId="{61CF7911-F08B-F3C6-35F3-7C353E3812FB}"/>
          </ac:spMkLst>
        </pc:spChg>
        <pc:spChg chg="mod">
          <ac:chgData name="Joshua Ewen" userId="ab85044203b25d2d" providerId="LiveId" clId="{23E8E32F-6DCE-4164-B2BA-17FC9CA7CCF0}" dt="2026-02-01T16:44:07.539" v="529" actId="1035"/>
          <ac:spMkLst>
            <pc:docMk/>
            <pc:sldMk cId="340267220" sldId="256"/>
            <ac:spMk id="14" creationId="{551A590F-FE68-963E-CED0-DD535724DA67}"/>
          </ac:spMkLst>
        </pc:spChg>
        <pc:spChg chg="mod">
          <ac:chgData name="Joshua Ewen" userId="ab85044203b25d2d" providerId="LiveId" clId="{23E8E32F-6DCE-4164-B2BA-17FC9CA7CCF0}" dt="2026-02-01T16:44:07.539" v="529" actId="1035"/>
          <ac:spMkLst>
            <pc:docMk/>
            <pc:sldMk cId="340267220" sldId="256"/>
            <ac:spMk id="16" creationId="{93E85026-7E4F-9C10-06B8-0A9A7C455164}"/>
          </ac:spMkLst>
        </pc:spChg>
        <pc:spChg chg="mod">
          <ac:chgData name="Joshua Ewen" userId="ab85044203b25d2d" providerId="LiveId" clId="{23E8E32F-6DCE-4164-B2BA-17FC9CA7CCF0}" dt="2026-02-01T16:44:07.539" v="529" actId="1035"/>
          <ac:spMkLst>
            <pc:docMk/>
            <pc:sldMk cId="340267220" sldId="256"/>
            <ac:spMk id="25" creationId="{89E73231-AA24-9EED-146A-E843985B35BE}"/>
          </ac:spMkLst>
        </pc:spChg>
        <pc:spChg chg="mod">
          <ac:chgData name="Joshua Ewen" userId="ab85044203b25d2d" providerId="LiveId" clId="{23E8E32F-6DCE-4164-B2BA-17FC9CA7CCF0}" dt="2026-02-01T16:44:07.539" v="529" actId="1035"/>
          <ac:spMkLst>
            <pc:docMk/>
            <pc:sldMk cId="340267220" sldId="256"/>
            <ac:spMk id="29" creationId="{D16D5E8B-B7AF-B267-28A0-9B63A65A45AD}"/>
          </ac:spMkLst>
        </pc:spChg>
        <pc:spChg chg="mod">
          <ac:chgData name="Joshua Ewen" userId="ab85044203b25d2d" providerId="LiveId" clId="{23E8E32F-6DCE-4164-B2BA-17FC9CA7CCF0}" dt="2026-02-01T16:41:35.329" v="472" actId="1037"/>
          <ac:spMkLst>
            <pc:docMk/>
            <pc:sldMk cId="340267220" sldId="256"/>
            <ac:spMk id="39" creationId="{600EB737-2590-5F4D-9C0C-A93560DD278A}"/>
          </ac:spMkLst>
        </pc:spChg>
        <pc:spChg chg="add mod">
          <ac:chgData name="Joshua Ewen" userId="ab85044203b25d2d" providerId="LiveId" clId="{23E8E32F-6DCE-4164-B2BA-17FC9CA7CCF0}" dt="2026-02-01T16:18:33.827" v="78" actId="1038"/>
          <ac:spMkLst>
            <pc:docMk/>
            <pc:sldMk cId="340267220" sldId="256"/>
            <ac:spMk id="43" creationId="{815DE24A-C84B-F30B-328C-77335AAE691A}"/>
          </ac:spMkLst>
        </pc:spChg>
        <pc:spChg chg="add mod">
          <ac:chgData name="Joshua Ewen" userId="ab85044203b25d2d" providerId="LiveId" clId="{23E8E32F-6DCE-4164-B2BA-17FC9CA7CCF0}" dt="2026-02-01T16:41:35.329" v="472" actId="1037"/>
          <ac:spMkLst>
            <pc:docMk/>
            <pc:sldMk cId="340267220" sldId="256"/>
            <ac:spMk id="56" creationId="{816BDC8D-3E8A-9D45-8C73-FBB77C2D43AC}"/>
          </ac:spMkLst>
        </pc:spChg>
        <pc:spChg chg="add mod">
          <ac:chgData name="Joshua Ewen" userId="ab85044203b25d2d" providerId="LiveId" clId="{23E8E32F-6DCE-4164-B2BA-17FC9CA7CCF0}" dt="2026-02-01T16:44:07.539" v="529" actId="1035"/>
          <ac:spMkLst>
            <pc:docMk/>
            <pc:sldMk cId="340267220" sldId="256"/>
            <ac:spMk id="76" creationId="{0E003C2A-00EE-0049-9131-2340C918BB37}"/>
          </ac:spMkLst>
        </pc:spChg>
        <pc:spChg chg="add mod">
          <ac:chgData name="Joshua Ewen" userId="ab85044203b25d2d" providerId="LiveId" clId="{23E8E32F-6DCE-4164-B2BA-17FC9CA7CCF0}" dt="2026-02-01T16:41:35.329" v="472" actId="1037"/>
          <ac:spMkLst>
            <pc:docMk/>
            <pc:sldMk cId="340267220" sldId="256"/>
            <ac:spMk id="79" creationId="{5AD2B340-3FB1-2D48-B038-207E44651881}"/>
          </ac:spMkLst>
        </pc:spChg>
        <pc:spChg chg="add mod">
          <ac:chgData name="Joshua Ewen" userId="ab85044203b25d2d" providerId="LiveId" clId="{23E8E32F-6DCE-4164-B2BA-17FC9CA7CCF0}" dt="2026-02-01T16:46:51.700" v="551" actId="1076"/>
          <ac:spMkLst>
            <pc:docMk/>
            <pc:sldMk cId="340267220" sldId="256"/>
            <ac:spMk id="88" creationId="{C079C538-61E8-7D7C-8315-C06CB84ECEAD}"/>
          </ac:spMkLst>
        </pc:spChg>
        <pc:spChg chg="add mod">
          <ac:chgData name="Joshua Ewen" userId="ab85044203b25d2d" providerId="LiveId" clId="{23E8E32F-6DCE-4164-B2BA-17FC9CA7CCF0}" dt="2026-02-01T16:45:12.224" v="537" actId="1076"/>
          <ac:spMkLst>
            <pc:docMk/>
            <pc:sldMk cId="340267220" sldId="256"/>
            <ac:spMk id="89" creationId="{3B999481-748F-9831-719A-5D33C030F1E2}"/>
          </ac:spMkLst>
        </pc:spChg>
        <pc:spChg chg="add mod">
          <ac:chgData name="Joshua Ewen" userId="ab85044203b25d2d" providerId="LiveId" clId="{23E8E32F-6DCE-4164-B2BA-17FC9CA7CCF0}" dt="2026-02-01T16:45:40.579" v="545" actId="692"/>
          <ac:spMkLst>
            <pc:docMk/>
            <pc:sldMk cId="340267220" sldId="256"/>
            <ac:spMk id="90" creationId="{570B78C7-B533-FF97-EA45-FB5E920AF6F6}"/>
          </ac:spMkLst>
        </pc:spChg>
        <pc:spChg chg="add del">
          <ac:chgData name="Joshua Ewen" userId="ab85044203b25d2d" providerId="LiveId" clId="{23E8E32F-6DCE-4164-B2BA-17FC9CA7CCF0}" dt="2026-02-01T16:41:52.092" v="474" actId="478"/>
          <ac:spMkLst>
            <pc:docMk/>
            <pc:sldMk cId="340267220" sldId="256"/>
            <ac:spMk id="97" creationId="{DAE0CC8A-FC50-DEF9-3508-C18283EE080C}"/>
          </ac:spMkLst>
        </pc:spChg>
        <pc:spChg chg="add mod">
          <ac:chgData name="Joshua Ewen" userId="ab85044203b25d2d" providerId="LiveId" clId="{23E8E32F-6DCE-4164-B2BA-17FC9CA7CCF0}" dt="2026-02-01T16:44:33.379" v="534" actId="1076"/>
          <ac:spMkLst>
            <pc:docMk/>
            <pc:sldMk cId="340267220" sldId="256"/>
            <ac:spMk id="98" creationId="{1C99F03D-D9A2-5B10-A264-3D64F10FE86F}"/>
          </ac:spMkLst>
        </pc:spChg>
        <pc:spChg chg="add mod">
          <ac:chgData name="Joshua Ewen" userId="ab85044203b25d2d" providerId="LiveId" clId="{23E8E32F-6DCE-4164-B2BA-17FC9CA7CCF0}" dt="2026-02-01T16:45:46.339" v="546" actId="1076"/>
          <ac:spMkLst>
            <pc:docMk/>
            <pc:sldMk cId="340267220" sldId="256"/>
            <ac:spMk id="103" creationId="{DA3DD219-C6CF-B2EB-F079-4F0618A5C8E0}"/>
          </ac:spMkLst>
        </pc:spChg>
        <pc:picChg chg="mod modCrop">
          <ac:chgData name="Joshua Ewen" userId="ab85044203b25d2d" providerId="LiveId" clId="{23E8E32F-6DCE-4164-B2BA-17FC9CA7CCF0}" dt="2026-02-01T16:44:13.173" v="531" actId="1076"/>
          <ac:picMkLst>
            <pc:docMk/>
            <pc:sldMk cId="340267220" sldId="256"/>
            <ac:picMk id="5" creationId="{77B8DA75-B4E2-1500-8AEB-A7D8A8ACEAB3}"/>
          </ac:picMkLst>
        </pc:picChg>
        <pc:cxnChg chg="mod">
          <ac:chgData name="Joshua Ewen" userId="ab85044203b25d2d" providerId="LiveId" clId="{23E8E32F-6DCE-4164-B2BA-17FC9CA7CCF0}" dt="2026-02-01T16:18:33.827" v="78" actId="1038"/>
          <ac:cxnSpMkLst>
            <pc:docMk/>
            <pc:sldMk cId="340267220" sldId="256"/>
            <ac:cxnSpMk id="7" creationId="{1E3FB859-119A-A8DA-EFAD-F2619246E310}"/>
          </ac:cxnSpMkLst>
        </pc:cxnChg>
        <pc:cxnChg chg="mod">
          <ac:chgData name="Joshua Ewen" userId="ab85044203b25d2d" providerId="LiveId" clId="{23E8E32F-6DCE-4164-B2BA-17FC9CA7CCF0}" dt="2026-02-01T16:18:49.656" v="82" actId="14100"/>
          <ac:cxnSpMkLst>
            <pc:docMk/>
            <pc:sldMk cId="340267220" sldId="256"/>
            <ac:cxnSpMk id="10" creationId="{F135FB1F-C17D-316E-47AF-D4E1C3DC0A1A}"/>
          </ac:cxnSpMkLst>
        </pc:cxnChg>
        <pc:cxnChg chg="mod">
          <ac:chgData name="Joshua Ewen" userId="ab85044203b25d2d" providerId="LiveId" clId="{23E8E32F-6DCE-4164-B2BA-17FC9CA7CCF0}" dt="2026-02-01T16:18:57.749" v="84" actId="14100"/>
          <ac:cxnSpMkLst>
            <pc:docMk/>
            <pc:sldMk cId="340267220" sldId="256"/>
            <ac:cxnSpMk id="17" creationId="{1E6240F6-8D67-CC76-DAD5-A80776AD9B2F}"/>
          </ac:cxnSpMkLst>
        </pc:cxnChg>
        <pc:cxnChg chg="mod">
          <ac:chgData name="Joshua Ewen" userId="ab85044203b25d2d" providerId="LiveId" clId="{23E8E32F-6DCE-4164-B2BA-17FC9CA7CCF0}" dt="2026-02-01T16:19:07.565" v="86" actId="14100"/>
          <ac:cxnSpMkLst>
            <pc:docMk/>
            <pc:sldMk cId="340267220" sldId="256"/>
            <ac:cxnSpMk id="20" creationId="{34AD5D50-1DF7-C00B-0897-22586ECC21F2}"/>
          </ac:cxnSpMkLst>
        </pc:cxnChg>
        <pc:cxnChg chg="mod">
          <ac:chgData name="Joshua Ewen" userId="ab85044203b25d2d" providerId="LiveId" clId="{23E8E32F-6DCE-4164-B2BA-17FC9CA7CCF0}" dt="2026-02-01T16:23:31.814" v="180" actId="1076"/>
          <ac:cxnSpMkLst>
            <pc:docMk/>
            <pc:sldMk cId="340267220" sldId="256"/>
            <ac:cxnSpMk id="26" creationId="{8FB112AF-CEF2-37BF-04C4-C572513C3E65}"/>
          </ac:cxnSpMkLst>
        </pc:cxnChg>
        <pc:cxnChg chg="mod">
          <ac:chgData name="Joshua Ewen" userId="ab85044203b25d2d" providerId="LiveId" clId="{23E8E32F-6DCE-4164-B2BA-17FC9CA7CCF0}" dt="2026-02-01T16:37:57.225" v="383" actId="1035"/>
          <ac:cxnSpMkLst>
            <pc:docMk/>
            <pc:sldMk cId="340267220" sldId="256"/>
            <ac:cxnSpMk id="30" creationId="{B8CE772C-B7D5-C2DC-309C-1E5C2D0471DC}"/>
          </ac:cxnSpMkLst>
        </pc:cxnChg>
        <pc:cxnChg chg="mod">
          <ac:chgData name="Joshua Ewen" userId="ab85044203b25d2d" providerId="LiveId" clId="{23E8E32F-6DCE-4164-B2BA-17FC9CA7CCF0}" dt="2026-02-01T16:26:03.736" v="261" actId="1076"/>
          <ac:cxnSpMkLst>
            <pc:docMk/>
            <pc:sldMk cId="340267220" sldId="256"/>
            <ac:cxnSpMk id="40" creationId="{9FA8510A-144E-0887-E0DD-63BCAA024C25}"/>
          </ac:cxnSpMkLst>
        </pc:cxnChg>
        <pc:cxnChg chg="add mod">
          <ac:chgData name="Joshua Ewen" userId="ab85044203b25d2d" providerId="LiveId" clId="{23E8E32F-6DCE-4164-B2BA-17FC9CA7CCF0}" dt="2026-02-01T16:19:19.630" v="89" actId="14100"/>
          <ac:cxnSpMkLst>
            <pc:docMk/>
            <pc:sldMk cId="340267220" sldId="256"/>
            <ac:cxnSpMk id="52" creationId="{4542FAA7-DFC8-1CD0-EE2E-0B5AAF08BE89}"/>
          </ac:cxnSpMkLst>
        </pc:cxnChg>
        <pc:cxnChg chg="add mod">
          <ac:chgData name="Joshua Ewen" userId="ab85044203b25d2d" providerId="LiveId" clId="{23E8E32F-6DCE-4164-B2BA-17FC9CA7CCF0}" dt="2026-02-01T16:37:57.225" v="383" actId="1035"/>
          <ac:cxnSpMkLst>
            <pc:docMk/>
            <pc:sldMk cId="340267220" sldId="256"/>
            <ac:cxnSpMk id="58" creationId="{0E0EE1E2-D7EB-CCF9-2721-C83187E7586D}"/>
          </ac:cxnSpMkLst>
        </pc:cxnChg>
        <pc:cxnChg chg="add mod">
          <ac:chgData name="Joshua Ewen" userId="ab85044203b25d2d" providerId="LiveId" clId="{23E8E32F-6DCE-4164-B2BA-17FC9CA7CCF0}" dt="2026-02-01T16:37:57.225" v="383" actId="1035"/>
          <ac:cxnSpMkLst>
            <pc:docMk/>
            <pc:sldMk cId="340267220" sldId="256"/>
            <ac:cxnSpMk id="78" creationId="{E794368F-0FE6-9531-BE10-608E1614CD70}"/>
          </ac:cxnSpMkLst>
        </pc:cxnChg>
        <pc:cxnChg chg="add mod">
          <ac:chgData name="Joshua Ewen" userId="ab85044203b25d2d" providerId="LiveId" clId="{23E8E32F-6DCE-4164-B2BA-17FC9CA7CCF0}" dt="2026-02-01T16:41:25.893" v="452" actId="1035"/>
          <ac:cxnSpMkLst>
            <pc:docMk/>
            <pc:sldMk cId="340267220" sldId="256"/>
            <ac:cxnSpMk id="85" creationId="{540A9658-FECE-8960-8ACE-AD1B39E7379F}"/>
          </ac:cxnSpMkLst>
        </pc:cxnChg>
        <pc:cxnChg chg="add mod">
          <ac:chgData name="Joshua Ewen" userId="ab85044203b25d2d" providerId="LiveId" clId="{23E8E32F-6DCE-4164-B2BA-17FC9CA7CCF0}" dt="2026-02-01T16:41:25.893" v="452" actId="1035"/>
          <ac:cxnSpMkLst>
            <pc:docMk/>
            <pc:sldMk cId="340267220" sldId="256"/>
            <ac:cxnSpMk id="87" creationId="{E569C9D9-8E79-06CB-E684-FE7056D1F67D}"/>
          </ac:cxnSpMkLst>
        </pc:cxnChg>
        <pc:cxnChg chg="add mod">
          <ac:chgData name="Joshua Ewen" userId="ab85044203b25d2d" providerId="LiveId" clId="{23E8E32F-6DCE-4164-B2BA-17FC9CA7CCF0}" dt="2026-02-01T16:46:51.700" v="551" actId="1076"/>
          <ac:cxnSpMkLst>
            <pc:docMk/>
            <pc:sldMk cId="340267220" sldId="256"/>
            <ac:cxnSpMk id="92" creationId="{AC054DD9-E6F2-C814-6B7F-A1AFD3402D70}"/>
          </ac:cxnSpMkLst>
        </pc:cxnChg>
        <pc:cxnChg chg="add mod">
          <ac:chgData name="Joshua Ewen" userId="ab85044203b25d2d" providerId="LiveId" clId="{23E8E32F-6DCE-4164-B2BA-17FC9CA7CCF0}" dt="2026-02-01T16:45:12.224" v="537" actId="1076"/>
          <ac:cxnSpMkLst>
            <pc:docMk/>
            <pc:sldMk cId="340267220" sldId="256"/>
            <ac:cxnSpMk id="94" creationId="{732AB053-CE2C-4473-7B6D-B4BA2F2AE96B}"/>
          </ac:cxnSpMkLst>
        </pc:cxnChg>
        <pc:cxnChg chg="add mod">
          <ac:chgData name="Joshua Ewen" userId="ab85044203b25d2d" providerId="LiveId" clId="{23E8E32F-6DCE-4164-B2BA-17FC9CA7CCF0}" dt="2026-02-01T16:45:28.057" v="539" actId="1076"/>
          <ac:cxnSpMkLst>
            <pc:docMk/>
            <pc:sldMk cId="340267220" sldId="256"/>
            <ac:cxnSpMk id="96" creationId="{567A6BAD-07E2-C92D-CDE9-34BB32BA62EC}"/>
          </ac:cxnSpMkLst>
        </pc:cxnChg>
        <pc:cxnChg chg="add mod">
          <ac:chgData name="Joshua Ewen" userId="ab85044203b25d2d" providerId="LiveId" clId="{23E8E32F-6DCE-4164-B2BA-17FC9CA7CCF0}" dt="2026-02-01T16:45:40.579" v="545" actId="692"/>
          <ac:cxnSpMkLst>
            <pc:docMk/>
            <pc:sldMk cId="340267220" sldId="256"/>
            <ac:cxnSpMk id="105" creationId="{DD8A0688-2635-CFCE-42A9-9732E1D279A4}"/>
          </ac:cxnSpMkLst>
        </pc:cxnChg>
        <pc:cxnChg chg="add mod">
          <ac:chgData name="Joshua Ewen" userId="ab85044203b25d2d" providerId="LiveId" clId="{23E8E32F-6DCE-4164-B2BA-17FC9CA7CCF0}" dt="2026-02-01T16:45:40.579" v="545" actId="692"/>
          <ac:cxnSpMkLst>
            <pc:docMk/>
            <pc:sldMk cId="340267220" sldId="256"/>
            <ac:cxnSpMk id="107" creationId="{A5602BAF-B673-45BA-3BD2-B1E57F9BBDB7}"/>
          </ac:cxnSpMkLst>
        </pc:cxnChg>
        <pc:cxnChg chg="add mod">
          <ac:chgData name="Joshua Ewen" userId="ab85044203b25d2d" providerId="LiveId" clId="{23E8E32F-6DCE-4164-B2BA-17FC9CA7CCF0}" dt="2026-02-01T16:46:51.700" v="551" actId="1076"/>
          <ac:cxnSpMkLst>
            <pc:docMk/>
            <pc:sldMk cId="340267220" sldId="256"/>
            <ac:cxnSpMk id="111" creationId="{573E0C7F-10B1-2AF5-9FB5-2EAC96516EE6}"/>
          </ac:cxnSpMkLst>
        </pc:cxnChg>
        <pc:cxnChg chg="add mod">
          <ac:chgData name="Joshua Ewen" userId="ab85044203b25d2d" providerId="LiveId" clId="{23E8E32F-6DCE-4164-B2BA-17FC9CA7CCF0}" dt="2026-02-01T16:45:53.009" v="550" actId="692"/>
          <ac:cxnSpMkLst>
            <pc:docMk/>
            <pc:sldMk cId="340267220" sldId="256"/>
            <ac:cxnSpMk id="115" creationId="{29D42792-851B-25DC-F41A-E8A6AC74B42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61904"/>
            <a:ext cx="10363200" cy="2897176"/>
          </a:xfrm>
        </p:spPr>
        <p:txBody>
          <a:bodyPr anchor="b"/>
          <a:lstStyle>
            <a:lvl1pPr algn="ctr">
              <a:defRPr sz="7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70806"/>
            <a:ext cx="9144000" cy="2009145"/>
          </a:xfrm>
        </p:spPr>
        <p:txBody>
          <a:bodyPr/>
          <a:lstStyle>
            <a:lvl1pPr marL="0" indent="0" algn="ctr">
              <a:buNone/>
              <a:defRPr sz="2912"/>
            </a:lvl1pPr>
            <a:lvl2pPr marL="554766" indent="0" algn="ctr">
              <a:buNone/>
              <a:defRPr sz="2427"/>
            </a:lvl2pPr>
            <a:lvl3pPr marL="1109533" indent="0" algn="ctr">
              <a:buNone/>
              <a:defRPr sz="2184"/>
            </a:lvl3pPr>
            <a:lvl4pPr marL="1664299" indent="0" algn="ctr">
              <a:buNone/>
              <a:defRPr sz="1941"/>
            </a:lvl4pPr>
            <a:lvl5pPr marL="2219066" indent="0" algn="ctr">
              <a:buNone/>
              <a:defRPr sz="1941"/>
            </a:lvl5pPr>
            <a:lvl6pPr marL="2773832" indent="0" algn="ctr">
              <a:buNone/>
              <a:defRPr sz="1941"/>
            </a:lvl6pPr>
            <a:lvl7pPr marL="3328599" indent="0" algn="ctr">
              <a:buNone/>
              <a:defRPr sz="1941"/>
            </a:lvl7pPr>
            <a:lvl8pPr marL="3883365" indent="0" algn="ctr">
              <a:buNone/>
              <a:defRPr sz="1941"/>
            </a:lvl8pPr>
            <a:lvl9pPr marL="4438132" indent="0" algn="ctr">
              <a:buNone/>
              <a:defRPr sz="194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8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40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074642"/>
            <a:ext cx="10515600" cy="3461585"/>
          </a:xfrm>
        </p:spPr>
        <p:txBody>
          <a:bodyPr anchor="b"/>
          <a:lstStyle>
            <a:lvl1pPr>
              <a:defRPr sz="7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568975"/>
            <a:ext cx="10515600" cy="1820366"/>
          </a:xfrm>
        </p:spPr>
        <p:txBody>
          <a:bodyPr/>
          <a:lstStyle>
            <a:lvl1pPr marL="0" indent="0">
              <a:buNone/>
              <a:defRPr sz="2912">
                <a:solidFill>
                  <a:schemeClr val="tx1">
                    <a:tint val="82000"/>
                  </a:schemeClr>
                </a:solidFill>
              </a:defRPr>
            </a:lvl1pPr>
            <a:lvl2pPr marL="554766" indent="0">
              <a:buNone/>
              <a:defRPr sz="2427">
                <a:solidFill>
                  <a:schemeClr val="tx1">
                    <a:tint val="82000"/>
                  </a:schemeClr>
                </a:solidFill>
              </a:defRPr>
            </a:lvl2pPr>
            <a:lvl3pPr marL="1109533" indent="0">
              <a:buNone/>
              <a:defRPr sz="2184">
                <a:solidFill>
                  <a:schemeClr val="tx1">
                    <a:tint val="82000"/>
                  </a:schemeClr>
                </a:solidFill>
              </a:defRPr>
            </a:lvl3pPr>
            <a:lvl4pPr marL="1664299" indent="0">
              <a:buNone/>
              <a:defRPr sz="1941">
                <a:solidFill>
                  <a:schemeClr val="tx1">
                    <a:tint val="82000"/>
                  </a:schemeClr>
                </a:solidFill>
              </a:defRPr>
            </a:lvl4pPr>
            <a:lvl5pPr marL="2219066" indent="0">
              <a:buNone/>
              <a:defRPr sz="1941">
                <a:solidFill>
                  <a:schemeClr val="tx1">
                    <a:tint val="82000"/>
                  </a:schemeClr>
                </a:solidFill>
              </a:defRPr>
            </a:lvl5pPr>
            <a:lvl6pPr marL="2773832" indent="0">
              <a:buNone/>
              <a:defRPr sz="1941">
                <a:solidFill>
                  <a:schemeClr val="tx1">
                    <a:tint val="82000"/>
                  </a:schemeClr>
                </a:solidFill>
              </a:defRPr>
            </a:lvl6pPr>
            <a:lvl7pPr marL="3328599" indent="0">
              <a:buNone/>
              <a:defRPr sz="1941">
                <a:solidFill>
                  <a:schemeClr val="tx1">
                    <a:tint val="82000"/>
                  </a:schemeClr>
                </a:solidFill>
              </a:defRPr>
            </a:lvl7pPr>
            <a:lvl8pPr marL="3883365" indent="0">
              <a:buNone/>
              <a:defRPr sz="1941">
                <a:solidFill>
                  <a:schemeClr val="tx1">
                    <a:tint val="82000"/>
                  </a:schemeClr>
                </a:solidFill>
              </a:defRPr>
            </a:lvl8pPr>
            <a:lvl9pPr marL="4438132" indent="0">
              <a:buNone/>
              <a:defRPr sz="194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0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215261"/>
            <a:ext cx="5181600" cy="528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15261"/>
            <a:ext cx="5181600" cy="528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77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43054"/>
            <a:ext cx="10515600" cy="1608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039967"/>
            <a:ext cx="5157787" cy="999756"/>
          </a:xfrm>
        </p:spPr>
        <p:txBody>
          <a:bodyPr anchor="b"/>
          <a:lstStyle>
            <a:lvl1pPr marL="0" indent="0">
              <a:buNone/>
              <a:defRPr sz="2912" b="1"/>
            </a:lvl1pPr>
            <a:lvl2pPr marL="554766" indent="0">
              <a:buNone/>
              <a:defRPr sz="2427" b="1"/>
            </a:lvl2pPr>
            <a:lvl3pPr marL="1109533" indent="0">
              <a:buNone/>
              <a:defRPr sz="2184" b="1"/>
            </a:lvl3pPr>
            <a:lvl4pPr marL="1664299" indent="0">
              <a:buNone/>
              <a:defRPr sz="1941" b="1"/>
            </a:lvl4pPr>
            <a:lvl5pPr marL="2219066" indent="0">
              <a:buNone/>
              <a:defRPr sz="1941" b="1"/>
            </a:lvl5pPr>
            <a:lvl6pPr marL="2773832" indent="0">
              <a:buNone/>
              <a:defRPr sz="1941" b="1"/>
            </a:lvl6pPr>
            <a:lvl7pPr marL="3328599" indent="0">
              <a:buNone/>
              <a:defRPr sz="1941" b="1"/>
            </a:lvl7pPr>
            <a:lvl8pPr marL="3883365" indent="0">
              <a:buNone/>
              <a:defRPr sz="1941" b="1"/>
            </a:lvl8pPr>
            <a:lvl9pPr marL="4438132" indent="0">
              <a:buNone/>
              <a:defRPr sz="19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039723"/>
            <a:ext cx="5157787" cy="4470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39967"/>
            <a:ext cx="5183188" cy="999756"/>
          </a:xfrm>
        </p:spPr>
        <p:txBody>
          <a:bodyPr anchor="b"/>
          <a:lstStyle>
            <a:lvl1pPr marL="0" indent="0">
              <a:buNone/>
              <a:defRPr sz="2912" b="1"/>
            </a:lvl1pPr>
            <a:lvl2pPr marL="554766" indent="0">
              <a:buNone/>
              <a:defRPr sz="2427" b="1"/>
            </a:lvl2pPr>
            <a:lvl3pPr marL="1109533" indent="0">
              <a:buNone/>
              <a:defRPr sz="2184" b="1"/>
            </a:lvl3pPr>
            <a:lvl4pPr marL="1664299" indent="0">
              <a:buNone/>
              <a:defRPr sz="1941" b="1"/>
            </a:lvl4pPr>
            <a:lvl5pPr marL="2219066" indent="0">
              <a:buNone/>
              <a:defRPr sz="1941" b="1"/>
            </a:lvl5pPr>
            <a:lvl6pPr marL="2773832" indent="0">
              <a:buNone/>
              <a:defRPr sz="1941" b="1"/>
            </a:lvl6pPr>
            <a:lvl7pPr marL="3328599" indent="0">
              <a:buNone/>
              <a:defRPr sz="1941" b="1"/>
            </a:lvl7pPr>
            <a:lvl8pPr marL="3883365" indent="0">
              <a:buNone/>
              <a:defRPr sz="1941" b="1"/>
            </a:lvl8pPr>
            <a:lvl9pPr marL="4438132" indent="0">
              <a:buNone/>
              <a:defRPr sz="19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39723"/>
            <a:ext cx="5183188" cy="4470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99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1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7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4778"/>
            <a:ext cx="3932237" cy="1941724"/>
          </a:xfrm>
        </p:spPr>
        <p:txBody>
          <a:bodyPr anchor="b"/>
          <a:lstStyle>
            <a:lvl1pPr>
              <a:defRPr sz="38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98169"/>
            <a:ext cx="6172200" cy="5913783"/>
          </a:xfrm>
        </p:spPr>
        <p:txBody>
          <a:bodyPr/>
          <a:lstStyle>
            <a:lvl1pPr>
              <a:defRPr sz="3883"/>
            </a:lvl1pPr>
            <a:lvl2pPr>
              <a:defRPr sz="3398"/>
            </a:lvl2pPr>
            <a:lvl3pPr>
              <a:defRPr sz="2912"/>
            </a:lvl3pPr>
            <a:lvl4pPr>
              <a:defRPr sz="2427"/>
            </a:lvl4pPr>
            <a:lvl5pPr>
              <a:defRPr sz="2427"/>
            </a:lvl5pPr>
            <a:lvl6pPr>
              <a:defRPr sz="2427"/>
            </a:lvl6pPr>
            <a:lvl7pPr>
              <a:defRPr sz="2427"/>
            </a:lvl7pPr>
            <a:lvl8pPr>
              <a:defRPr sz="2427"/>
            </a:lvl8pPr>
            <a:lvl9pPr>
              <a:defRPr sz="24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96502"/>
            <a:ext cx="3932237" cy="4625080"/>
          </a:xfrm>
        </p:spPr>
        <p:txBody>
          <a:bodyPr/>
          <a:lstStyle>
            <a:lvl1pPr marL="0" indent="0">
              <a:buNone/>
              <a:defRPr sz="1941"/>
            </a:lvl1pPr>
            <a:lvl2pPr marL="554766" indent="0">
              <a:buNone/>
              <a:defRPr sz="1699"/>
            </a:lvl2pPr>
            <a:lvl3pPr marL="1109533" indent="0">
              <a:buNone/>
              <a:defRPr sz="1456"/>
            </a:lvl3pPr>
            <a:lvl4pPr marL="1664299" indent="0">
              <a:buNone/>
              <a:defRPr sz="1213"/>
            </a:lvl4pPr>
            <a:lvl5pPr marL="2219066" indent="0">
              <a:buNone/>
              <a:defRPr sz="1213"/>
            </a:lvl5pPr>
            <a:lvl6pPr marL="2773832" indent="0">
              <a:buNone/>
              <a:defRPr sz="1213"/>
            </a:lvl6pPr>
            <a:lvl7pPr marL="3328599" indent="0">
              <a:buNone/>
              <a:defRPr sz="1213"/>
            </a:lvl7pPr>
            <a:lvl8pPr marL="3883365" indent="0">
              <a:buNone/>
              <a:defRPr sz="1213"/>
            </a:lvl8pPr>
            <a:lvl9pPr marL="4438132" indent="0">
              <a:buNone/>
              <a:defRPr sz="12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66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4778"/>
            <a:ext cx="3932237" cy="1941724"/>
          </a:xfrm>
        </p:spPr>
        <p:txBody>
          <a:bodyPr anchor="b"/>
          <a:lstStyle>
            <a:lvl1pPr>
              <a:defRPr sz="38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98169"/>
            <a:ext cx="6172200" cy="5913783"/>
          </a:xfrm>
        </p:spPr>
        <p:txBody>
          <a:bodyPr anchor="t"/>
          <a:lstStyle>
            <a:lvl1pPr marL="0" indent="0">
              <a:buNone/>
              <a:defRPr sz="3883"/>
            </a:lvl1pPr>
            <a:lvl2pPr marL="554766" indent="0">
              <a:buNone/>
              <a:defRPr sz="3398"/>
            </a:lvl2pPr>
            <a:lvl3pPr marL="1109533" indent="0">
              <a:buNone/>
              <a:defRPr sz="2912"/>
            </a:lvl3pPr>
            <a:lvl4pPr marL="1664299" indent="0">
              <a:buNone/>
              <a:defRPr sz="2427"/>
            </a:lvl4pPr>
            <a:lvl5pPr marL="2219066" indent="0">
              <a:buNone/>
              <a:defRPr sz="2427"/>
            </a:lvl5pPr>
            <a:lvl6pPr marL="2773832" indent="0">
              <a:buNone/>
              <a:defRPr sz="2427"/>
            </a:lvl6pPr>
            <a:lvl7pPr marL="3328599" indent="0">
              <a:buNone/>
              <a:defRPr sz="2427"/>
            </a:lvl7pPr>
            <a:lvl8pPr marL="3883365" indent="0">
              <a:buNone/>
              <a:defRPr sz="2427"/>
            </a:lvl8pPr>
            <a:lvl9pPr marL="4438132" indent="0">
              <a:buNone/>
              <a:defRPr sz="24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96502"/>
            <a:ext cx="3932237" cy="4625080"/>
          </a:xfrm>
        </p:spPr>
        <p:txBody>
          <a:bodyPr/>
          <a:lstStyle>
            <a:lvl1pPr marL="0" indent="0">
              <a:buNone/>
              <a:defRPr sz="1941"/>
            </a:lvl1pPr>
            <a:lvl2pPr marL="554766" indent="0">
              <a:buNone/>
              <a:defRPr sz="1699"/>
            </a:lvl2pPr>
            <a:lvl3pPr marL="1109533" indent="0">
              <a:buNone/>
              <a:defRPr sz="1456"/>
            </a:lvl3pPr>
            <a:lvl4pPr marL="1664299" indent="0">
              <a:buNone/>
              <a:defRPr sz="1213"/>
            </a:lvl4pPr>
            <a:lvl5pPr marL="2219066" indent="0">
              <a:buNone/>
              <a:defRPr sz="1213"/>
            </a:lvl5pPr>
            <a:lvl6pPr marL="2773832" indent="0">
              <a:buNone/>
              <a:defRPr sz="1213"/>
            </a:lvl6pPr>
            <a:lvl7pPr marL="3328599" indent="0">
              <a:buNone/>
              <a:defRPr sz="1213"/>
            </a:lvl7pPr>
            <a:lvl8pPr marL="3883365" indent="0">
              <a:buNone/>
              <a:defRPr sz="1213"/>
            </a:lvl8pPr>
            <a:lvl9pPr marL="4438132" indent="0">
              <a:buNone/>
              <a:defRPr sz="12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30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68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43052"/>
            <a:ext cx="2628900" cy="7052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43052"/>
            <a:ext cx="7734300" cy="7052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9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43054"/>
            <a:ext cx="10515600" cy="1608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15261"/>
            <a:ext cx="10515600" cy="5280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712962"/>
            <a:ext cx="2743200" cy="443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ACE81-331A-4D79-92C8-6598874B617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712962"/>
            <a:ext cx="4114800" cy="443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712962"/>
            <a:ext cx="2743200" cy="443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24815-8987-4488-8681-81EE6E18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5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09533" rtl="0" eaLnBrk="1" latinLnBrk="0" hangingPunct="1">
        <a:lnSpc>
          <a:spcPct val="90000"/>
        </a:lnSpc>
        <a:spcBef>
          <a:spcPct val="0"/>
        </a:spcBef>
        <a:buNone/>
        <a:defRPr sz="53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7383" indent="-277383" algn="l" defTabSz="1109533" rtl="0" eaLnBrk="1" latinLnBrk="0" hangingPunct="1">
        <a:lnSpc>
          <a:spcPct val="90000"/>
        </a:lnSpc>
        <a:spcBef>
          <a:spcPts val="1213"/>
        </a:spcBef>
        <a:buFont typeface="Arial" panose="020B0604020202020204" pitchFamily="34" charset="0"/>
        <a:buChar char="•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32150" indent="-277383" algn="l" defTabSz="1109533" rtl="0" eaLnBrk="1" latinLnBrk="0" hangingPunct="1">
        <a:lnSpc>
          <a:spcPct val="90000"/>
        </a:lnSpc>
        <a:spcBef>
          <a:spcPts val="607"/>
        </a:spcBef>
        <a:buFont typeface="Arial" panose="020B0604020202020204" pitchFamily="34" charset="0"/>
        <a:buChar char="•"/>
        <a:defRPr sz="2912" kern="1200">
          <a:solidFill>
            <a:schemeClr val="tx1"/>
          </a:solidFill>
          <a:latin typeface="+mn-lt"/>
          <a:ea typeface="+mn-ea"/>
          <a:cs typeface="+mn-cs"/>
        </a:defRPr>
      </a:lvl2pPr>
      <a:lvl3pPr marL="1386916" indent="-277383" algn="l" defTabSz="1109533" rtl="0" eaLnBrk="1" latinLnBrk="0" hangingPunct="1">
        <a:lnSpc>
          <a:spcPct val="90000"/>
        </a:lnSpc>
        <a:spcBef>
          <a:spcPts val="60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3pPr>
      <a:lvl4pPr marL="1941683" indent="-277383" algn="l" defTabSz="1109533" rtl="0" eaLnBrk="1" latinLnBrk="0" hangingPunct="1">
        <a:lnSpc>
          <a:spcPct val="90000"/>
        </a:lnSpc>
        <a:spcBef>
          <a:spcPts val="607"/>
        </a:spcBef>
        <a:buFont typeface="Arial" panose="020B0604020202020204" pitchFamily="34" charset="0"/>
        <a:buChar char="•"/>
        <a:defRPr sz="2184" kern="1200">
          <a:solidFill>
            <a:schemeClr val="tx1"/>
          </a:solidFill>
          <a:latin typeface="+mn-lt"/>
          <a:ea typeface="+mn-ea"/>
          <a:cs typeface="+mn-cs"/>
        </a:defRPr>
      </a:lvl4pPr>
      <a:lvl5pPr marL="2496449" indent="-277383" algn="l" defTabSz="1109533" rtl="0" eaLnBrk="1" latinLnBrk="0" hangingPunct="1">
        <a:lnSpc>
          <a:spcPct val="90000"/>
        </a:lnSpc>
        <a:spcBef>
          <a:spcPts val="607"/>
        </a:spcBef>
        <a:buFont typeface="Arial" panose="020B0604020202020204" pitchFamily="34" charset="0"/>
        <a:buChar char="•"/>
        <a:defRPr sz="2184" kern="1200">
          <a:solidFill>
            <a:schemeClr val="tx1"/>
          </a:solidFill>
          <a:latin typeface="+mn-lt"/>
          <a:ea typeface="+mn-ea"/>
          <a:cs typeface="+mn-cs"/>
        </a:defRPr>
      </a:lvl5pPr>
      <a:lvl6pPr marL="3051216" indent="-277383" algn="l" defTabSz="1109533" rtl="0" eaLnBrk="1" latinLnBrk="0" hangingPunct="1">
        <a:lnSpc>
          <a:spcPct val="90000"/>
        </a:lnSpc>
        <a:spcBef>
          <a:spcPts val="607"/>
        </a:spcBef>
        <a:buFont typeface="Arial" panose="020B0604020202020204" pitchFamily="34" charset="0"/>
        <a:buChar char="•"/>
        <a:defRPr sz="2184" kern="1200">
          <a:solidFill>
            <a:schemeClr val="tx1"/>
          </a:solidFill>
          <a:latin typeface="+mn-lt"/>
          <a:ea typeface="+mn-ea"/>
          <a:cs typeface="+mn-cs"/>
        </a:defRPr>
      </a:lvl6pPr>
      <a:lvl7pPr marL="3605982" indent="-277383" algn="l" defTabSz="1109533" rtl="0" eaLnBrk="1" latinLnBrk="0" hangingPunct="1">
        <a:lnSpc>
          <a:spcPct val="90000"/>
        </a:lnSpc>
        <a:spcBef>
          <a:spcPts val="607"/>
        </a:spcBef>
        <a:buFont typeface="Arial" panose="020B0604020202020204" pitchFamily="34" charset="0"/>
        <a:buChar char="•"/>
        <a:defRPr sz="2184" kern="1200">
          <a:solidFill>
            <a:schemeClr val="tx1"/>
          </a:solidFill>
          <a:latin typeface="+mn-lt"/>
          <a:ea typeface="+mn-ea"/>
          <a:cs typeface="+mn-cs"/>
        </a:defRPr>
      </a:lvl7pPr>
      <a:lvl8pPr marL="4160749" indent="-277383" algn="l" defTabSz="1109533" rtl="0" eaLnBrk="1" latinLnBrk="0" hangingPunct="1">
        <a:lnSpc>
          <a:spcPct val="90000"/>
        </a:lnSpc>
        <a:spcBef>
          <a:spcPts val="607"/>
        </a:spcBef>
        <a:buFont typeface="Arial" panose="020B0604020202020204" pitchFamily="34" charset="0"/>
        <a:buChar char="•"/>
        <a:defRPr sz="2184" kern="1200">
          <a:solidFill>
            <a:schemeClr val="tx1"/>
          </a:solidFill>
          <a:latin typeface="+mn-lt"/>
          <a:ea typeface="+mn-ea"/>
          <a:cs typeface="+mn-cs"/>
        </a:defRPr>
      </a:lvl8pPr>
      <a:lvl9pPr marL="4715515" indent="-277383" algn="l" defTabSz="1109533" rtl="0" eaLnBrk="1" latinLnBrk="0" hangingPunct="1">
        <a:lnSpc>
          <a:spcPct val="90000"/>
        </a:lnSpc>
        <a:spcBef>
          <a:spcPts val="607"/>
        </a:spcBef>
        <a:buFont typeface="Arial" panose="020B0604020202020204" pitchFamily="34" charset="0"/>
        <a:buChar char="•"/>
        <a:defRPr sz="21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9533" rtl="0" eaLnBrk="1" latinLnBrk="0" hangingPunct="1">
        <a:defRPr sz="2184" kern="1200">
          <a:solidFill>
            <a:schemeClr val="tx1"/>
          </a:solidFill>
          <a:latin typeface="+mn-lt"/>
          <a:ea typeface="+mn-ea"/>
          <a:cs typeface="+mn-cs"/>
        </a:defRPr>
      </a:lvl1pPr>
      <a:lvl2pPr marL="554766" algn="l" defTabSz="1109533" rtl="0" eaLnBrk="1" latinLnBrk="0" hangingPunct="1">
        <a:defRPr sz="2184" kern="1200">
          <a:solidFill>
            <a:schemeClr val="tx1"/>
          </a:solidFill>
          <a:latin typeface="+mn-lt"/>
          <a:ea typeface="+mn-ea"/>
          <a:cs typeface="+mn-cs"/>
        </a:defRPr>
      </a:lvl2pPr>
      <a:lvl3pPr marL="1109533" algn="l" defTabSz="1109533" rtl="0" eaLnBrk="1" latinLnBrk="0" hangingPunct="1">
        <a:defRPr sz="2184" kern="1200">
          <a:solidFill>
            <a:schemeClr val="tx1"/>
          </a:solidFill>
          <a:latin typeface="+mn-lt"/>
          <a:ea typeface="+mn-ea"/>
          <a:cs typeface="+mn-cs"/>
        </a:defRPr>
      </a:lvl3pPr>
      <a:lvl4pPr marL="1664299" algn="l" defTabSz="1109533" rtl="0" eaLnBrk="1" latinLnBrk="0" hangingPunct="1">
        <a:defRPr sz="2184" kern="1200">
          <a:solidFill>
            <a:schemeClr val="tx1"/>
          </a:solidFill>
          <a:latin typeface="+mn-lt"/>
          <a:ea typeface="+mn-ea"/>
          <a:cs typeface="+mn-cs"/>
        </a:defRPr>
      </a:lvl4pPr>
      <a:lvl5pPr marL="2219066" algn="l" defTabSz="1109533" rtl="0" eaLnBrk="1" latinLnBrk="0" hangingPunct="1">
        <a:defRPr sz="2184" kern="1200">
          <a:solidFill>
            <a:schemeClr val="tx1"/>
          </a:solidFill>
          <a:latin typeface="+mn-lt"/>
          <a:ea typeface="+mn-ea"/>
          <a:cs typeface="+mn-cs"/>
        </a:defRPr>
      </a:lvl5pPr>
      <a:lvl6pPr marL="2773832" algn="l" defTabSz="1109533" rtl="0" eaLnBrk="1" latinLnBrk="0" hangingPunct="1">
        <a:defRPr sz="2184" kern="1200">
          <a:solidFill>
            <a:schemeClr val="tx1"/>
          </a:solidFill>
          <a:latin typeface="+mn-lt"/>
          <a:ea typeface="+mn-ea"/>
          <a:cs typeface="+mn-cs"/>
        </a:defRPr>
      </a:lvl6pPr>
      <a:lvl7pPr marL="3328599" algn="l" defTabSz="1109533" rtl="0" eaLnBrk="1" latinLnBrk="0" hangingPunct="1">
        <a:defRPr sz="2184" kern="1200">
          <a:solidFill>
            <a:schemeClr val="tx1"/>
          </a:solidFill>
          <a:latin typeface="+mn-lt"/>
          <a:ea typeface="+mn-ea"/>
          <a:cs typeface="+mn-cs"/>
        </a:defRPr>
      </a:lvl7pPr>
      <a:lvl8pPr marL="3883365" algn="l" defTabSz="1109533" rtl="0" eaLnBrk="1" latinLnBrk="0" hangingPunct="1">
        <a:defRPr sz="2184" kern="1200">
          <a:solidFill>
            <a:schemeClr val="tx1"/>
          </a:solidFill>
          <a:latin typeface="+mn-lt"/>
          <a:ea typeface="+mn-ea"/>
          <a:cs typeface="+mn-cs"/>
        </a:defRPr>
      </a:lvl8pPr>
      <a:lvl9pPr marL="4438132" algn="l" defTabSz="1109533" rtl="0" eaLnBrk="1" latinLnBrk="0" hangingPunct="1">
        <a:defRPr sz="21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B8DA75-B4E2-1500-8AEB-A7D8A8ACEA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53" b="11913"/>
          <a:stretch>
            <a:fillRect/>
          </a:stretch>
        </p:blipFill>
        <p:spPr>
          <a:xfrm>
            <a:off x="54961" y="1466823"/>
            <a:ext cx="8208819" cy="524117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3FB859-119A-A8DA-EFAD-F2619246E310}"/>
              </a:ext>
            </a:extLst>
          </p:cNvPr>
          <p:cNvCxnSpPr>
            <a:cxnSpLocks/>
            <a:endCxn id="43" idx="4"/>
          </p:cNvCxnSpPr>
          <p:nvPr/>
        </p:nvCxnSpPr>
        <p:spPr>
          <a:xfrm flipH="1" flipV="1">
            <a:off x="5605817" y="2435866"/>
            <a:ext cx="1408936" cy="1129078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1CF7911-F08B-F3C6-35F3-7C353E3812FB}"/>
              </a:ext>
            </a:extLst>
          </p:cNvPr>
          <p:cNvSpPr/>
          <p:nvPr/>
        </p:nvSpPr>
        <p:spPr>
          <a:xfrm>
            <a:off x="4991437" y="316994"/>
            <a:ext cx="1644650" cy="558800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Hyperlexia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542934-C68F-2660-F191-00D4A4768CCA}"/>
              </a:ext>
            </a:extLst>
          </p:cNvPr>
          <p:cNvSpPr/>
          <p:nvPr/>
        </p:nvSpPr>
        <p:spPr>
          <a:xfrm>
            <a:off x="3113472" y="114884"/>
            <a:ext cx="1644650" cy="992776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with novel face recognition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35FB1F-C17D-316E-47AF-D4E1C3DC0A1A}"/>
              </a:ext>
            </a:extLst>
          </p:cNvPr>
          <p:cNvCxnSpPr>
            <a:cxnSpLocks/>
            <a:stCxn id="43" idx="0"/>
            <a:endCxn id="9" idx="4"/>
          </p:cNvCxnSpPr>
          <p:nvPr/>
        </p:nvCxnSpPr>
        <p:spPr>
          <a:xfrm flipH="1" flipV="1">
            <a:off x="3935797" y="1107660"/>
            <a:ext cx="1670020" cy="366568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51A590F-FE68-963E-CED0-DD535724DA67}"/>
              </a:ext>
            </a:extLst>
          </p:cNvPr>
          <p:cNvSpPr/>
          <p:nvPr/>
        </p:nvSpPr>
        <p:spPr>
          <a:xfrm>
            <a:off x="1311803" y="261312"/>
            <a:ext cx="1644650" cy="623932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rote memory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E85026-7E4F-9C10-06B8-0A9A7C455164}"/>
              </a:ext>
            </a:extLst>
          </p:cNvPr>
          <p:cNvSpPr/>
          <p:nvPr/>
        </p:nvSpPr>
        <p:spPr>
          <a:xfrm>
            <a:off x="567988" y="1094532"/>
            <a:ext cx="1644650" cy="744583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semantic memory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6240F6-8D67-CC76-DAD5-A80776AD9B2F}"/>
              </a:ext>
            </a:extLst>
          </p:cNvPr>
          <p:cNvCxnSpPr>
            <a:cxnSpLocks/>
            <a:stCxn id="43" idx="0"/>
            <a:endCxn id="8" idx="4"/>
          </p:cNvCxnSpPr>
          <p:nvPr/>
        </p:nvCxnSpPr>
        <p:spPr>
          <a:xfrm flipV="1">
            <a:off x="5605818" y="875794"/>
            <a:ext cx="207945" cy="598434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AD5D50-1DF7-C00B-0897-22586ECC21F2}"/>
              </a:ext>
            </a:extLst>
          </p:cNvPr>
          <p:cNvCxnSpPr>
            <a:cxnSpLocks/>
          </p:cNvCxnSpPr>
          <p:nvPr/>
        </p:nvCxnSpPr>
        <p:spPr>
          <a:xfrm flipH="1" flipV="1">
            <a:off x="2084382" y="892649"/>
            <a:ext cx="2322806" cy="1062398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9E73231-AA24-9EED-146A-E843985B35BE}"/>
              </a:ext>
            </a:extLst>
          </p:cNvPr>
          <p:cNvSpPr/>
          <p:nvPr/>
        </p:nvSpPr>
        <p:spPr>
          <a:xfrm>
            <a:off x="8133224" y="23023"/>
            <a:ext cx="1616826" cy="1017567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use of contextual information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B112AF-CEF2-37BF-04C4-C572513C3E65}"/>
              </a:ext>
            </a:extLst>
          </p:cNvPr>
          <p:cNvCxnSpPr>
            <a:cxnSpLocks/>
            <a:stCxn id="43" idx="6"/>
            <a:endCxn id="25" idx="2"/>
          </p:cNvCxnSpPr>
          <p:nvPr/>
        </p:nvCxnSpPr>
        <p:spPr>
          <a:xfrm flipV="1">
            <a:off x="6804446" y="531807"/>
            <a:ext cx="1328778" cy="1423241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16D5E8B-B7AF-B267-28A0-9B63A65A45AD}"/>
              </a:ext>
            </a:extLst>
          </p:cNvPr>
          <p:cNvSpPr/>
          <p:nvPr/>
        </p:nvSpPr>
        <p:spPr>
          <a:xfrm>
            <a:off x="9875562" y="1356424"/>
            <a:ext cx="1911787" cy="711954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Altered </a:t>
            </a:r>
            <a:r>
              <a:rPr lang="en-US" sz="14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Task Performance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8CE772C-B7D5-C2DC-309C-1E5C2D0471DC}"/>
              </a:ext>
            </a:extLst>
          </p:cNvPr>
          <p:cNvCxnSpPr>
            <a:cxnSpLocks/>
            <a:stCxn id="25" idx="4"/>
            <a:endCxn id="29" idx="1"/>
          </p:cNvCxnSpPr>
          <p:nvPr/>
        </p:nvCxnSpPr>
        <p:spPr>
          <a:xfrm>
            <a:off x="8941638" y="1040589"/>
            <a:ext cx="1213899" cy="420098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600EB737-2590-5F4D-9C0C-A93560DD278A}"/>
              </a:ext>
            </a:extLst>
          </p:cNvPr>
          <p:cNvSpPr/>
          <p:nvPr/>
        </p:nvSpPr>
        <p:spPr>
          <a:xfrm>
            <a:off x="8210902" y="2567630"/>
            <a:ext cx="1616826" cy="558800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Altered Joint Attention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A8510A-144E-0887-E0DD-63BCAA024C25}"/>
              </a:ext>
            </a:extLst>
          </p:cNvPr>
          <p:cNvCxnSpPr>
            <a:cxnSpLocks/>
            <a:stCxn id="25" idx="4"/>
            <a:endCxn id="39" idx="0"/>
          </p:cNvCxnSpPr>
          <p:nvPr/>
        </p:nvCxnSpPr>
        <p:spPr>
          <a:xfrm>
            <a:off x="8941637" y="1040590"/>
            <a:ext cx="77678" cy="1527041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815DE24A-C84B-F30B-328C-77335AAE691A}"/>
              </a:ext>
            </a:extLst>
          </p:cNvPr>
          <p:cNvSpPr/>
          <p:nvPr/>
        </p:nvSpPr>
        <p:spPr>
          <a:xfrm>
            <a:off x="4407188" y="1474228"/>
            <a:ext cx="2397258" cy="961638"/>
          </a:xfrm>
          <a:prstGeom prst="ellipse">
            <a:avLst/>
          </a:prstGeom>
          <a:solidFill>
            <a:schemeClr val="bg1"/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Overfocus on minor details/Weak Central Coherence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542FAA7-DFC8-1CD0-EE2E-0B5AAF08BE89}"/>
              </a:ext>
            </a:extLst>
          </p:cNvPr>
          <p:cNvCxnSpPr>
            <a:cxnSpLocks/>
            <a:stCxn id="43" idx="2"/>
          </p:cNvCxnSpPr>
          <p:nvPr/>
        </p:nvCxnSpPr>
        <p:spPr>
          <a:xfrm flipH="1" flipV="1">
            <a:off x="2198226" y="1488915"/>
            <a:ext cx="2208962" cy="466132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816BDC8D-3E8A-9D45-8C73-FBB77C2D43AC}"/>
              </a:ext>
            </a:extLst>
          </p:cNvPr>
          <p:cNvSpPr/>
          <p:nvPr/>
        </p:nvSpPr>
        <p:spPr>
          <a:xfrm>
            <a:off x="10158025" y="-49575"/>
            <a:ext cx="1616826" cy="1162762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performance on Executive Function Tasks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E0EE1E2-D7EB-CCF9-2721-C83187E7586D}"/>
              </a:ext>
            </a:extLst>
          </p:cNvPr>
          <p:cNvCxnSpPr>
            <a:cxnSpLocks/>
            <a:stCxn id="25" idx="6"/>
            <a:endCxn id="56" idx="2"/>
          </p:cNvCxnSpPr>
          <p:nvPr/>
        </p:nvCxnSpPr>
        <p:spPr>
          <a:xfrm>
            <a:off x="9750051" y="531806"/>
            <a:ext cx="407975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0E003C2A-00EE-0049-9131-2340C918BB37}"/>
              </a:ext>
            </a:extLst>
          </p:cNvPr>
          <p:cNvSpPr/>
          <p:nvPr/>
        </p:nvSpPr>
        <p:spPr>
          <a:xfrm>
            <a:off x="10023042" y="2337132"/>
            <a:ext cx="1616826" cy="789299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Shared Affect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794368F-0FE6-9531-BE10-608E1614CD70}"/>
              </a:ext>
            </a:extLst>
          </p:cNvPr>
          <p:cNvCxnSpPr>
            <a:stCxn id="25" idx="4"/>
            <a:endCxn id="76" idx="1"/>
          </p:cNvCxnSpPr>
          <p:nvPr/>
        </p:nvCxnSpPr>
        <p:spPr>
          <a:xfrm>
            <a:off x="8941637" y="1040589"/>
            <a:ext cx="1318184" cy="1412132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5AD2B340-3FB1-2D48-B038-207E44651881}"/>
              </a:ext>
            </a:extLst>
          </p:cNvPr>
          <p:cNvSpPr/>
          <p:nvPr/>
        </p:nvSpPr>
        <p:spPr>
          <a:xfrm>
            <a:off x="9246445" y="3306504"/>
            <a:ext cx="1616826" cy="789299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early social experience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40A9658-FECE-8960-8ACE-AD1B39E7379F}"/>
              </a:ext>
            </a:extLst>
          </p:cNvPr>
          <p:cNvCxnSpPr>
            <a:stCxn id="76" idx="4"/>
            <a:endCxn id="79" idx="0"/>
          </p:cNvCxnSpPr>
          <p:nvPr/>
        </p:nvCxnSpPr>
        <p:spPr>
          <a:xfrm flipH="1">
            <a:off x="10054859" y="3126431"/>
            <a:ext cx="776597" cy="1800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569C9D9-8E79-06CB-E684-FE7056D1F67D}"/>
              </a:ext>
            </a:extLst>
          </p:cNvPr>
          <p:cNvCxnSpPr>
            <a:stCxn id="39" idx="4"/>
            <a:endCxn id="79" idx="0"/>
          </p:cNvCxnSpPr>
          <p:nvPr/>
        </p:nvCxnSpPr>
        <p:spPr>
          <a:xfrm>
            <a:off x="9019316" y="3126431"/>
            <a:ext cx="1035543" cy="1800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C079C538-61E8-7D7C-8315-C06CB84ECEAD}"/>
              </a:ext>
            </a:extLst>
          </p:cNvPr>
          <p:cNvSpPr/>
          <p:nvPr/>
        </p:nvSpPr>
        <p:spPr>
          <a:xfrm>
            <a:off x="8122853" y="4478214"/>
            <a:ext cx="1616826" cy="1171710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Specialized experience-dependent   capacity face processing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B999481-748F-9831-719A-5D33C030F1E2}"/>
              </a:ext>
            </a:extLst>
          </p:cNvPr>
          <p:cNvSpPr/>
          <p:nvPr/>
        </p:nvSpPr>
        <p:spPr>
          <a:xfrm>
            <a:off x="10581417" y="4263408"/>
            <a:ext cx="1616826" cy="1171710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Specialized experience-dependent  capacity for language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70B78C7-B533-FF97-EA45-FB5E920AF6F6}"/>
              </a:ext>
            </a:extLst>
          </p:cNvPr>
          <p:cNvSpPr/>
          <p:nvPr/>
        </p:nvSpPr>
        <p:spPr>
          <a:xfrm>
            <a:off x="8830751" y="5583377"/>
            <a:ext cx="2448214" cy="1171710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Specialized experience-dependent  capacity for complex social relations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C054DD9-E6F2-C814-6B7F-A1AFD3402D70}"/>
              </a:ext>
            </a:extLst>
          </p:cNvPr>
          <p:cNvCxnSpPr>
            <a:stCxn id="79" idx="4"/>
            <a:endCxn id="88" idx="0"/>
          </p:cNvCxnSpPr>
          <p:nvPr/>
        </p:nvCxnSpPr>
        <p:spPr>
          <a:xfrm flipH="1">
            <a:off x="8931266" y="4095803"/>
            <a:ext cx="1123592" cy="38241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32AB053-CE2C-4473-7B6D-B4BA2F2AE96B}"/>
              </a:ext>
            </a:extLst>
          </p:cNvPr>
          <p:cNvCxnSpPr>
            <a:stCxn id="79" idx="4"/>
            <a:endCxn id="89" idx="0"/>
          </p:cNvCxnSpPr>
          <p:nvPr/>
        </p:nvCxnSpPr>
        <p:spPr>
          <a:xfrm>
            <a:off x="10054858" y="4095803"/>
            <a:ext cx="1334972" cy="16760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67A6BAD-07E2-C92D-CDE9-34BB32BA62EC}"/>
              </a:ext>
            </a:extLst>
          </p:cNvPr>
          <p:cNvCxnSpPr>
            <a:stCxn id="79" idx="4"/>
            <a:endCxn id="90" idx="0"/>
          </p:cNvCxnSpPr>
          <p:nvPr/>
        </p:nvCxnSpPr>
        <p:spPr>
          <a:xfrm>
            <a:off x="10054858" y="4095803"/>
            <a:ext cx="0" cy="148757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1C99F03D-D9A2-5B10-A264-3D64F10FE86F}"/>
              </a:ext>
            </a:extLst>
          </p:cNvPr>
          <p:cNvSpPr/>
          <p:nvPr/>
        </p:nvSpPr>
        <p:spPr>
          <a:xfrm>
            <a:off x="7055580" y="6965251"/>
            <a:ext cx="5077890" cy="1171710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style of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 learning founded on statistical associations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rather than learning that is directed by the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intentionality of others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A3DD219-C6CF-B2EB-F079-4F0618A5C8E0}"/>
              </a:ext>
            </a:extLst>
          </p:cNvPr>
          <p:cNvSpPr/>
          <p:nvPr/>
        </p:nvSpPr>
        <p:spPr>
          <a:xfrm>
            <a:off x="4263406" y="6957403"/>
            <a:ext cx="2448214" cy="1171710"/>
          </a:xfrm>
          <a:prstGeom prst="ellipse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preference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ritualized, scripted, and repeatable interactions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D8A0688-2635-CFCE-42A9-9732E1D279A4}"/>
              </a:ext>
            </a:extLst>
          </p:cNvPr>
          <p:cNvCxnSpPr>
            <a:stCxn id="90" idx="4"/>
            <a:endCxn id="98" idx="0"/>
          </p:cNvCxnSpPr>
          <p:nvPr/>
        </p:nvCxnSpPr>
        <p:spPr>
          <a:xfrm flipH="1">
            <a:off x="9594525" y="6755087"/>
            <a:ext cx="460333" cy="210164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5602BAF-B673-45BA-3BD2-B1E57F9BBDB7}"/>
              </a:ext>
            </a:extLst>
          </p:cNvPr>
          <p:cNvCxnSpPr>
            <a:stCxn id="89" idx="4"/>
            <a:endCxn id="98" idx="7"/>
          </p:cNvCxnSpPr>
          <p:nvPr/>
        </p:nvCxnSpPr>
        <p:spPr>
          <a:xfrm>
            <a:off x="11389830" y="5435118"/>
            <a:ext cx="0" cy="1701726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573E0C7F-10B1-2AF5-9FB5-2EAC96516EE6}"/>
              </a:ext>
            </a:extLst>
          </p:cNvPr>
          <p:cNvCxnSpPr>
            <a:stCxn id="88" idx="4"/>
            <a:endCxn id="98" idx="1"/>
          </p:cNvCxnSpPr>
          <p:nvPr/>
        </p:nvCxnSpPr>
        <p:spPr>
          <a:xfrm flipH="1">
            <a:off x="7799220" y="5649924"/>
            <a:ext cx="1132046" cy="148692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9D42792-851B-25DC-F41A-E8A6AC74B425}"/>
              </a:ext>
            </a:extLst>
          </p:cNvPr>
          <p:cNvCxnSpPr>
            <a:stCxn id="98" idx="2"/>
            <a:endCxn id="103" idx="6"/>
          </p:cNvCxnSpPr>
          <p:nvPr/>
        </p:nvCxnSpPr>
        <p:spPr>
          <a:xfrm flipH="1" flipV="1">
            <a:off x="6711620" y="7543258"/>
            <a:ext cx="343960" cy="784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67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90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Ewen</dc:creator>
  <cp:lastModifiedBy>Joshua Ewen</cp:lastModifiedBy>
  <cp:revision>1</cp:revision>
  <dcterms:created xsi:type="dcterms:W3CDTF">2026-02-01T13:47:26Z</dcterms:created>
  <dcterms:modified xsi:type="dcterms:W3CDTF">2026-02-01T16:47:00Z</dcterms:modified>
</cp:coreProperties>
</file>